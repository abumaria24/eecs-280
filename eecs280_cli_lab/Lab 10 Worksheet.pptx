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10515600" cx="7315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12">
          <p15:clr>
            <a:srgbClr val="A4A3A4"/>
          </p15:clr>
        </p15:guide>
        <p15:guide id="2" pos="230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D6FBF6-B5CB-4297-A00D-132DCD74399A}">
  <a:tblStyle styleId="{71D6FBF6-B5CB-4297-A00D-132DCD74399A}"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FACD55C-CBF2-40AD-9E9F-840FE0A54F9D}"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12" orient="horz"/>
        <p:guide pos="2304"/>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36641" y="685800"/>
            <a:ext cx="2385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335b9adaf7_0_0:notes"/>
          <p:cNvSpPr/>
          <p:nvPr>
            <p:ph idx="2" type="sldImg"/>
          </p:nvPr>
        </p:nvSpPr>
        <p:spPr>
          <a:xfrm>
            <a:off x="2236621" y="685800"/>
            <a:ext cx="2385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335b9ada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a279cfa32_0_5:notes"/>
          <p:cNvSpPr/>
          <p:nvPr>
            <p:ph idx="2" type="sldImg"/>
          </p:nvPr>
        </p:nvSpPr>
        <p:spPr>
          <a:xfrm>
            <a:off x="2236621" y="685800"/>
            <a:ext cx="23853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a279cfa3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da279cfa32_0_12:notes"/>
          <p:cNvSpPr/>
          <p:nvPr>
            <p:ph idx="2" type="sldImg"/>
          </p:nvPr>
        </p:nvSpPr>
        <p:spPr>
          <a:xfrm>
            <a:off x="2236621" y="685800"/>
            <a:ext cx="2385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da279cfa3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da279cfa32_0_18:notes"/>
          <p:cNvSpPr/>
          <p:nvPr>
            <p:ph idx="2" type="sldImg"/>
          </p:nvPr>
        </p:nvSpPr>
        <p:spPr>
          <a:xfrm>
            <a:off x="2236621" y="685800"/>
            <a:ext cx="2385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da279cfa3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a279cfa32_0_22:notes"/>
          <p:cNvSpPr/>
          <p:nvPr>
            <p:ph idx="2" type="sldImg"/>
          </p:nvPr>
        </p:nvSpPr>
        <p:spPr>
          <a:xfrm>
            <a:off x="2236621" y="685800"/>
            <a:ext cx="23853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a279cfa3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a279cfa32_0_26:notes"/>
          <p:cNvSpPr/>
          <p:nvPr>
            <p:ph idx="2" type="sldImg"/>
          </p:nvPr>
        </p:nvSpPr>
        <p:spPr>
          <a:xfrm>
            <a:off x="2236641" y="685800"/>
            <a:ext cx="2385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a279cfa3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da279cfa32_0_53:notes"/>
          <p:cNvSpPr/>
          <p:nvPr>
            <p:ph idx="2" type="sldImg"/>
          </p:nvPr>
        </p:nvSpPr>
        <p:spPr>
          <a:xfrm>
            <a:off x="2236621" y="685800"/>
            <a:ext cx="2385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da279cfa3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da279cfa32_0_58:notes"/>
          <p:cNvSpPr/>
          <p:nvPr>
            <p:ph idx="2" type="sldImg"/>
          </p:nvPr>
        </p:nvSpPr>
        <p:spPr>
          <a:xfrm>
            <a:off x="2236621" y="685800"/>
            <a:ext cx="23853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da279cfa3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a279cfa32_0_64:notes"/>
          <p:cNvSpPr/>
          <p:nvPr>
            <p:ph idx="2" type="sldImg"/>
          </p:nvPr>
        </p:nvSpPr>
        <p:spPr>
          <a:xfrm>
            <a:off x="2236642" y="685800"/>
            <a:ext cx="2385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a279cfa3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49367" y="1522242"/>
            <a:ext cx="6816300" cy="4196400"/>
          </a:xfrm>
          <a:prstGeom prst="rect">
            <a:avLst/>
          </a:prstGeom>
        </p:spPr>
        <p:txBody>
          <a:bodyPr anchorCtr="0" anchor="b" bIns="113425" lIns="113425" spcFirstLastPara="1" rIns="113425" wrap="square" tIns="113425">
            <a:normAutofit/>
          </a:bodyPr>
          <a:lstStyle>
            <a:lvl1pPr lvl="0" algn="ctr">
              <a:spcBef>
                <a:spcPts val="0"/>
              </a:spcBef>
              <a:spcAft>
                <a:spcPts val="0"/>
              </a:spcAft>
              <a:buSzPts val="6500"/>
              <a:buNone/>
              <a:defRPr sz="6500"/>
            </a:lvl1pPr>
            <a:lvl2pPr lvl="1" algn="ctr">
              <a:spcBef>
                <a:spcPts val="0"/>
              </a:spcBef>
              <a:spcAft>
                <a:spcPts val="0"/>
              </a:spcAft>
              <a:buSzPts val="6500"/>
              <a:buNone/>
              <a:defRPr sz="6500"/>
            </a:lvl2pPr>
            <a:lvl3pPr lvl="2" algn="ctr">
              <a:spcBef>
                <a:spcPts val="0"/>
              </a:spcBef>
              <a:spcAft>
                <a:spcPts val="0"/>
              </a:spcAft>
              <a:buSzPts val="6500"/>
              <a:buNone/>
              <a:defRPr sz="6500"/>
            </a:lvl3pPr>
            <a:lvl4pPr lvl="3" algn="ctr">
              <a:spcBef>
                <a:spcPts val="0"/>
              </a:spcBef>
              <a:spcAft>
                <a:spcPts val="0"/>
              </a:spcAft>
              <a:buSzPts val="6500"/>
              <a:buNone/>
              <a:defRPr sz="6500"/>
            </a:lvl4pPr>
            <a:lvl5pPr lvl="4" algn="ctr">
              <a:spcBef>
                <a:spcPts val="0"/>
              </a:spcBef>
              <a:spcAft>
                <a:spcPts val="0"/>
              </a:spcAft>
              <a:buSzPts val="6500"/>
              <a:buNone/>
              <a:defRPr sz="6500"/>
            </a:lvl5pPr>
            <a:lvl6pPr lvl="5" algn="ctr">
              <a:spcBef>
                <a:spcPts val="0"/>
              </a:spcBef>
              <a:spcAft>
                <a:spcPts val="0"/>
              </a:spcAft>
              <a:buSzPts val="6500"/>
              <a:buNone/>
              <a:defRPr sz="6500"/>
            </a:lvl6pPr>
            <a:lvl7pPr lvl="6" algn="ctr">
              <a:spcBef>
                <a:spcPts val="0"/>
              </a:spcBef>
              <a:spcAft>
                <a:spcPts val="0"/>
              </a:spcAft>
              <a:buSzPts val="6500"/>
              <a:buNone/>
              <a:defRPr sz="6500"/>
            </a:lvl7pPr>
            <a:lvl8pPr lvl="7" algn="ctr">
              <a:spcBef>
                <a:spcPts val="0"/>
              </a:spcBef>
              <a:spcAft>
                <a:spcPts val="0"/>
              </a:spcAft>
              <a:buSzPts val="6500"/>
              <a:buNone/>
              <a:defRPr sz="6500"/>
            </a:lvl8pPr>
            <a:lvl9pPr lvl="8" algn="ctr">
              <a:spcBef>
                <a:spcPts val="0"/>
              </a:spcBef>
              <a:spcAft>
                <a:spcPts val="0"/>
              </a:spcAft>
              <a:buSzPts val="6500"/>
              <a:buNone/>
              <a:defRPr sz="6500"/>
            </a:lvl9pPr>
          </a:lstStyle>
          <a:p/>
        </p:txBody>
      </p:sp>
      <p:sp>
        <p:nvSpPr>
          <p:cNvPr id="11" name="Google Shape;11;p2"/>
          <p:cNvSpPr txBox="1"/>
          <p:nvPr>
            <p:ph idx="1" type="subTitle"/>
          </p:nvPr>
        </p:nvSpPr>
        <p:spPr>
          <a:xfrm>
            <a:off x="249360" y="5794211"/>
            <a:ext cx="6816300" cy="1620600"/>
          </a:xfrm>
          <a:prstGeom prst="rect">
            <a:avLst/>
          </a:prstGeom>
        </p:spPr>
        <p:txBody>
          <a:bodyPr anchorCtr="0" anchor="t" bIns="113425" lIns="113425" spcFirstLastPara="1" rIns="113425" wrap="square" tIns="113425">
            <a:normAutofit/>
          </a:bodyPr>
          <a:lstStyle>
            <a:lvl1pPr lvl="0" algn="ctr">
              <a:lnSpc>
                <a:spcPct val="100000"/>
              </a:lnSpc>
              <a:spcBef>
                <a:spcPts val="0"/>
              </a:spcBef>
              <a:spcAft>
                <a:spcPts val="0"/>
              </a:spcAft>
              <a:buSzPts val="3500"/>
              <a:buNone/>
              <a:defRPr sz="3500"/>
            </a:lvl1pPr>
            <a:lvl2pPr lvl="1" algn="ctr">
              <a:lnSpc>
                <a:spcPct val="100000"/>
              </a:lnSpc>
              <a:spcBef>
                <a:spcPts val="0"/>
              </a:spcBef>
              <a:spcAft>
                <a:spcPts val="0"/>
              </a:spcAft>
              <a:buSzPts val="3500"/>
              <a:buNone/>
              <a:defRPr sz="3500"/>
            </a:lvl2pPr>
            <a:lvl3pPr lvl="2" algn="ctr">
              <a:lnSpc>
                <a:spcPct val="100000"/>
              </a:lnSpc>
              <a:spcBef>
                <a:spcPts val="0"/>
              </a:spcBef>
              <a:spcAft>
                <a:spcPts val="0"/>
              </a:spcAft>
              <a:buSzPts val="3500"/>
              <a:buNone/>
              <a:defRPr sz="3500"/>
            </a:lvl3pPr>
            <a:lvl4pPr lvl="3" algn="ctr">
              <a:lnSpc>
                <a:spcPct val="100000"/>
              </a:lnSpc>
              <a:spcBef>
                <a:spcPts val="0"/>
              </a:spcBef>
              <a:spcAft>
                <a:spcPts val="0"/>
              </a:spcAft>
              <a:buSzPts val="3500"/>
              <a:buNone/>
              <a:defRPr sz="3500"/>
            </a:lvl4pPr>
            <a:lvl5pPr lvl="4" algn="ctr">
              <a:lnSpc>
                <a:spcPct val="100000"/>
              </a:lnSpc>
              <a:spcBef>
                <a:spcPts val="0"/>
              </a:spcBef>
              <a:spcAft>
                <a:spcPts val="0"/>
              </a:spcAft>
              <a:buSzPts val="3500"/>
              <a:buNone/>
              <a:defRPr sz="3500"/>
            </a:lvl5pPr>
            <a:lvl6pPr lvl="5" algn="ctr">
              <a:lnSpc>
                <a:spcPct val="100000"/>
              </a:lnSpc>
              <a:spcBef>
                <a:spcPts val="0"/>
              </a:spcBef>
              <a:spcAft>
                <a:spcPts val="0"/>
              </a:spcAft>
              <a:buSzPts val="3500"/>
              <a:buNone/>
              <a:defRPr sz="3500"/>
            </a:lvl6pPr>
            <a:lvl7pPr lvl="6" algn="ctr">
              <a:lnSpc>
                <a:spcPct val="100000"/>
              </a:lnSpc>
              <a:spcBef>
                <a:spcPts val="0"/>
              </a:spcBef>
              <a:spcAft>
                <a:spcPts val="0"/>
              </a:spcAft>
              <a:buSzPts val="3500"/>
              <a:buNone/>
              <a:defRPr sz="3500"/>
            </a:lvl7pPr>
            <a:lvl8pPr lvl="7" algn="ctr">
              <a:lnSpc>
                <a:spcPct val="100000"/>
              </a:lnSpc>
              <a:spcBef>
                <a:spcPts val="0"/>
              </a:spcBef>
              <a:spcAft>
                <a:spcPts val="0"/>
              </a:spcAft>
              <a:buSzPts val="3500"/>
              <a:buNone/>
              <a:defRPr sz="3500"/>
            </a:lvl8pPr>
            <a:lvl9pPr lvl="8" algn="ctr">
              <a:lnSpc>
                <a:spcPct val="100000"/>
              </a:lnSpc>
              <a:spcBef>
                <a:spcPts val="0"/>
              </a:spcBef>
              <a:spcAft>
                <a:spcPts val="0"/>
              </a:spcAft>
              <a:buSzPts val="3500"/>
              <a:buNone/>
              <a:defRPr sz="3500"/>
            </a:lvl9pPr>
          </a:lstStyle>
          <a:p/>
        </p:txBody>
      </p:sp>
      <p:sp>
        <p:nvSpPr>
          <p:cNvPr id="12" name="Google Shape;12;p2"/>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49360" y="4397293"/>
            <a:ext cx="6816300" cy="1721100"/>
          </a:xfrm>
          <a:prstGeom prst="rect">
            <a:avLst/>
          </a:prstGeom>
        </p:spPr>
        <p:txBody>
          <a:bodyPr anchorCtr="0" anchor="ctr" bIns="113425" lIns="113425" spcFirstLastPara="1" rIns="113425" wrap="square" tIns="113425">
            <a:normAutofit/>
          </a:bodyPr>
          <a:lstStyle>
            <a:lvl1pPr lvl="0" algn="ctr">
              <a:spcBef>
                <a:spcPts val="0"/>
              </a:spcBef>
              <a:spcAft>
                <a:spcPts val="0"/>
              </a:spcAft>
              <a:buSzPts val="4500"/>
              <a:buNone/>
              <a:defRPr sz="4500"/>
            </a:lvl1pPr>
            <a:lvl2pPr lvl="1" algn="ctr">
              <a:spcBef>
                <a:spcPts val="0"/>
              </a:spcBef>
              <a:spcAft>
                <a:spcPts val="0"/>
              </a:spcAft>
              <a:buSzPts val="4500"/>
              <a:buNone/>
              <a:defRPr sz="4500"/>
            </a:lvl2pPr>
            <a:lvl3pPr lvl="2" algn="ctr">
              <a:spcBef>
                <a:spcPts val="0"/>
              </a:spcBef>
              <a:spcAft>
                <a:spcPts val="0"/>
              </a:spcAft>
              <a:buSzPts val="4500"/>
              <a:buNone/>
              <a:defRPr sz="4500"/>
            </a:lvl3pPr>
            <a:lvl4pPr lvl="3" algn="ctr">
              <a:spcBef>
                <a:spcPts val="0"/>
              </a:spcBef>
              <a:spcAft>
                <a:spcPts val="0"/>
              </a:spcAft>
              <a:buSzPts val="4500"/>
              <a:buNone/>
              <a:defRPr sz="4500"/>
            </a:lvl4pPr>
            <a:lvl5pPr lvl="4" algn="ctr">
              <a:spcBef>
                <a:spcPts val="0"/>
              </a:spcBef>
              <a:spcAft>
                <a:spcPts val="0"/>
              </a:spcAft>
              <a:buSzPts val="4500"/>
              <a:buNone/>
              <a:defRPr sz="4500"/>
            </a:lvl5pPr>
            <a:lvl6pPr lvl="5" algn="ctr">
              <a:spcBef>
                <a:spcPts val="0"/>
              </a:spcBef>
              <a:spcAft>
                <a:spcPts val="0"/>
              </a:spcAft>
              <a:buSzPts val="4500"/>
              <a:buNone/>
              <a:defRPr sz="4500"/>
            </a:lvl6pPr>
            <a:lvl7pPr lvl="6" algn="ctr">
              <a:spcBef>
                <a:spcPts val="0"/>
              </a:spcBef>
              <a:spcAft>
                <a:spcPts val="0"/>
              </a:spcAft>
              <a:buSzPts val="4500"/>
              <a:buNone/>
              <a:defRPr sz="4500"/>
            </a:lvl7pPr>
            <a:lvl8pPr lvl="7" algn="ctr">
              <a:spcBef>
                <a:spcPts val="0"/>
              </a:spcBef>
              <a:spcAft>
                <a:spcPts val="0"/>
              </a:spcAft>
              <a:buSzPts val="4500"/>
              <a:buNone/>
              <a:defRPr sz="4500"/>
            </a:lvl8pPr>
            <a:lvl9pPr lvl="8" algn="ctr">
              <a:spcBef>
                <a:spcPts val="0"/>
              </a:spcBef>
              <a:spcAft>
                <a:spcPts val="0"/>
              </a:spcAft>
              <a:buSzPts val="4500"/>
              <a:buNone/>
              <a:defRPr sz="4500"/>
            </a:lvl9pPr>
          </a:lstStyle>
          <a:p/>
        </p:txBody>
      </p:sp>
      <p:sp>
        <p:nvSpPr>
          <p:cNvPr id="15" name="Google Shape;15;p3"/>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49360" y="909829"/>
            <a:ext cx="6816300" cy="1170900"/>
          </a:xfrm>
          <a:prstGeom prst="rect">
            <a:avLst/>
          </a:prstGeom>
        </p:spPr>
        <p:txBody>
          <a:bodyPr anchorCtr="0" anchor="t" bIns="113425" lIns="113425" spcFirstLastPara="1" rIns="113425" wrap="square" tIns="113425">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18" name="Google Shape;18;p4"/>
          <p:cNvSpPr txBox="1"/>
          <p:nvPr>
            <p:ph idx="1" type="body"/>
          </p:nvPr>
        </p:nvSpPr>
        <p:spPr>
          <a:xfrm>
            <a:off x="249360" y="2356171"/>
            <a:ext cx="6816300" cy="6984600"/>
          </a:xfrm>
          <a:prstGeom prst="rect">
            <a:avLst/>
          </a:prstGeom>
        </p:spPr>
        <p:txBody>
          <a:bodyPr anchorCtr="0" anchor="t" bIns="113425" lIns="113425" spcFirstLastPara="1" rIns="113425" wrap="square" tIns="113425">
            <a:normAutofit/>
          </a:bodyPr>
          <a:lstStyle>
            <a:lvl1pPr indent="-368300" lvl="0" marL="457200">
              <a:spcBef>
                <a:spcPts val="0"/>
              </a:spcBef>
              <a:spcAft>
                <a:spcPts val="0"/>
              </a:spcAft>
              <a:buSzPts val="22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49360" y="909829"/>
            <a:ext cx="6816300" cy="1170900"/>
          </a:xfrm>
          <a:prstGeom prst="rect">
            <a:avLst/>
          </a:prstGeom>
        </p:spPr>
        <p:txBody>
          <a:bodyPr anchorCtr="0" anchor="t" bIns="113425" lIns="113425" spcFirstLastPara="1" rIns="113425" wrap="square" tIns="113425">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2" name="Google Shape;22;p5"/>
          <p:cNvSpPr txBox="1"/>
          <p:nvPr>
            <p:ph idx="1" type="body"/>
          </p:nvPr>
        </p:nvSpPr>
        <p:spPr>
          <a:xfrm>
            <a:off x="249360" y="2356171"/>
            <a:ext cx="3199800" cy="6984600"/>
          </a:xfrm>
          <a:prstGeom prst="rect">
            <a:avLst/>
          </a:prstGeom>
        </p:spPr>
        <p:txBody>
          <a:bodyPr anchorCtr="0" anchor="t" bIns="113425" lIns="113425" spcFirstLastPara="1" rIns="113425" wrap="square" tIns="113425">
            <a:normAutofit/>
          </a:bodyPr>
          <a:lstStyle>
            <a:lvl1pPr indent="-336550" lvl="0" marL="457200">
              <a:spcBef>
                <a:spcPts val="0"/>
              </a:spcBef>
              <a:spcAft>
                <a:spcPts val="0"/>
              </a:spcAft>
              <a:buSzPts val="1700"/>
              <a:buChar char="●"/>
              <a:defRPr sz="17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23" name="Google Shape;23;p5"/>
          <p:cNvSpPr txBox="1"/>
          <p:nvPr>
            <p:ph idx="2" type="body"/>
          </p:nvPr>
        </p:nvSpPr>
        <p:spPr>
          <a:xfrm>
            <a:off x="3865920" y="2356171"/>
            <a:ext cx="3199800" cy="6984600"/>
          </a:xfrm>
          <a:prstGeom prst="rect">
            <a:avLst/>
          </a:prstGeom>
        </p:spPr>
        <p:txBody>
          <a:bodyPr anchorCtr="0" anchor="t" bIns="113425" lIns="113425" spcFirstLastPara="1" rIns="113425" wrap="square" tIns="113425">
            <a:normAutofit/>
          </a:bodyPr>
          <a:lstStyle>
            <a:lvl1pPr indent="-336550" lvl="0" marL="457200">
              <a:spcBef>
                <a:spcPts val="0"/>
              </a:spcBef>
              <a:spcAft>
                <a:spcPts val="0"/>
              </a:spcAft>
              <a:buSzPts val="1700"/>
              <a:buChar char="●"/>
              <a:defRPr sz="17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24" name="Google Shape;24;p5"/>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49360" y="909829"/>
            <a:ext cx="6816300" cy="1170900"/>
          </a:xfrm>
          <a:prstGeom prst="rect">
            <a:avLst/>
          </a:prstGeom>
        </p:spPr>
        <p:txBody>
          <a:bodyPr anchorCtr="0" anchor="t" bIns="113425" lIns="113425" spcFirstLastPara="1" rIns="113425" wrap="square" tIns="113425">
            <a:normAutofit/>
          </a:bodyPr>
          <a:lstStyle>
            <a:lvl1pPr lvl="0">
              <a:spcBef>
                <a:spcPts val="0"/>
              </a:spcBef>
              <a:spcAft>
                <a:spcPts val="0"/>
              </a:spcAft>
              <a:buSzPts val="3500"/>
              <a:buNone/>
              <a:defRPr/>
            </a:lvl1pPr>
            <a:lvl2pPr lvl="1">
              <a:spcBef>
                <a:spcPts val="0"/>
              </a:spcBef>
              <a:spcAft>
                <a:spcPts val="0"/>
              </a:spcAft>
              <a:buSzPts val="3500"/>
              <a:buNone/>
              <a:defRPr/>
            </a:lvl2pPr>
            <a:lvl3pPr lvl="2">
              <a:spcBef>
                <a:spcPts val="0"/>
              </a:spcBef>
              <a:spcAft>
                <a:spcPts val="0"/>
              </a:spcAft>
              <a:buSzPts val="3500"/>
              <a:buNone/>
              <a:defRPr/>
            </a:lvl3pPr>
            <a:lvl4pPr lvl="3">
              <a:spcBef>
                <a:spcPts val="0"/>
              </a:spcBef>
              <a:spcAft>
                <a:spcPts val="0"/>
              </a:spcAft>
              <a:buSzPts val="3500"/>
              <a:buNone/>
              <a:defRPr/>
            </a:lvl4pPr>
            <a:lvl5pPr lvl="4">
              <a:spcBef>
                <a:spcPts val="0"/>
              </a:spcBef>
              <a:spcAft>
                <a:spcPts val="0"/>
              </a:spcAft>
              <a:buSzPts val="3500"/>
              <a:buNone/>
              <a:defRPr/>
            </a:lvl5pPr>
            <a:lvl6pPr lvl="5">
              <a:spcBef>
                <a:spcPts val="0"/>
              </a:spcBef>
              <a:spcAft>
                <a:spcPts val="0"/>
              </a:spcAft>
              <a:buSzPts val="3500"/>
              <a:buNone/>
              <a:defRPr/>
            </a:lvl6pPr>
            <a:lvl7pPr lvl="6">
              <a:spcBef>
                <a:spcPts val="0"/>
              </a:spcBef>
              <a:spcAft>
                <a:spcPts val="0"/>
              </a:spcAft>
              <a:buSzPts val="3500"/>
              <a:buNone/>
              <a:defRPr/>
            </a:lvl7pPr>
            <a:lvl8pPr lvl="7">
              <a:spcBef>
                <a:spcPts val="0"/>
              </a:spcBef>
              <a:spcAft>
                <a:spcPts val="0"/>
              </a:spcAft>
              <a:buSzPts val="3500"/>
              <a:buNone/>
              <a:defRPr/>
            </a:lvl8pPr>
            <a:lvl9pPr lvl="8">
              <a:spcBef>
                <a:spcPts val="0"/>
              </a:spcBef>
              <a:spcAft>
                <a:spcPts val="0"/>
              </a:spcAft>
              <a:buSzPts val="3500"/>
              <a:buNone/>
              <a:defRPr/>
            </a:lvl9pPr>
          </a:lstStyle>
          <a:p/>
        </p:txBody>
      </p:sp>
      <p:sp>
        <p:nvSpPr>
          <p:cNvPr id="27" name="Google Shape;27;p6"/>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49360" y="1135893"/>
            <a:ext cx="2246400" cy="1545300"/>
          </a:xfrm>
          <a:prstGeom prst="rect">
            <a:avLst/>
          </a:prstGeom>
        </p:spPr>
        <p:txBody>
          <a:bodyPr anchorCtr="0" anchor="b" bIns="113425" lIns="113425" spcFirstLastPara="1" rIns="113425" wrap="square" tIns="113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 name="Google Shape;30;p7"/>
          <p:cNvSpPr txBox="1"/>
          <p:nvPr>
            <p:ph idx="1" type="body"/>
          </p:nvPr>
        </p:nvSpPr>
        <p:spPr>
          <a:xfrm>
            <a:off x="249360" y="2840960"/>
            <a:ext cx="2246400" cy="6500100"/>
          </a:xfrm>
          <a:prstGeom prst="rect">
            <a:avLst/>
          </a:prstGeom>
        </p:spPr>
        <p:txBody>
          <a:bodyPr anchorCtr="0" anchor="t" bIns="113425" lIns="113425" spcFirstLastPara="1" rIns="113425" wrap="square" tIns="113425">
            <a:normAutofit/>
          </a:bodyPr>
          <a:lstStyle>
            <a:lvl1pPr indent="-323850" lvl="0" marL="457200">
              <a:spcBef>
                <a:spcPts val="0"/>
              </a:spcBef>
              <a:spcAft>
                <a:spcPts val="0"/>
              </a:spcAft>
              <a:buSzPts val="1500"/>
              <a:buChar char="●"/>
              <a:defRPr sz="1500"/>
            </a:lvl1pPr>
            <a:lvl2pPr indent="-323850" lvl="1" marL="914400">
              <a:spcBef>
                <a:spcPts val="0"/>
              </a:spcBef>
              <a:spcAft>
                <a:spcPts val="0"/>
              </a:spcAft>
              <a:buSzPts val="1500"/>
              <a:buChar char="○"/>
              <a:defRPr sz="1500"/>
            </a:lvl2pPr>
            <a:lvl3pPr indent="-323850" lvl="2" marL="1371600">
              <a:spcBef>
                <a:spcPts val="0"/>
              </a:spcBef>
              <a:spcAft>
                <a:spcPts val="0"/>
              </a:spcAft>
              <a:buSzPts val="1500"/>
              <a:buChar char="■"/>
              <a:defRPr sz="1500"/>
            </a:lvl3pPr>
            <a:lvl4pPr indent="-323850" lvl="3" marL="1828800">
              <a:spcBef>
                <a:spcPts val="0"/>
              </a:spcBef>
              <a:spcAft>
                <a:spcPts val="0"/>
              </a:spcAft>
              <a:buSzPts val="1500"/>
              <a:buChar char="●"/>
              <a:defRPr sz="1500"/>
            </a:lvl4pPr>
            <a:lvl5pPr indent="-323850" lvl="4" marL="2286000">
              <a:spcBef>
                <a:spcPts val="0"/>
              </a:spcBef>
              <a:spcAft>
                <a:spcPts val="0"/>
              </a:spcAft>
              <a:buSzPts val="1500"/>
              <a:buChar char="○"/>
              <a:defRPr sz="1500"/>
            </a:lvl5pPr>
            <a:lvl6pPr indent="-323850" lvl="5" marL="2743200">
              <a:spcBef>
                <a:spcPts val="0"/>
              </a:spcBef>
              <a:spcAft>
                <a:spcPts val="0"/>
              </a:spcAft>
              <a:buSzPts val="1500"/>
              <a:buChar char="■"/>
              <a:defRPr sz="1500"/>
            </a:lvl6pPr>
            <a:lvl7pPr indent="-323850" lvl="6" marL="3200400">
              <a:spcBef>
                <a:spcPts val="0"/>
              </a:spcBef>
              <a:spcAft>
                <a:spcPts val="0"/>
              </a:spcAft>
              <a:buSzPts val="1500"/>
              <a:buChar char="●"/>
              <a:defRPr sz="1500"/>
            </a:lvl7pPr>
            <a:lvl8pPr indent="-323850" lvl="7" marL="3657600">
              <a:spcBef>
                <a:spcPts val="0"/>
              </a:spcBef>
              <a:spcAft>
                <a:spcPts val="0"/>
              </a:spcAft>
              <a:buSzPts val="1500"/>
              <a:buChar char="○"/>
              <a:defRPr sz="1500"/>
            </a:lvl8pPr>
            <a:lvl9pPr indent="-323850" lvl="8" marL="4114800">
              <a:spcBef>
                <a:spcPts val="0"/>
              </a:spcBef>
              <a:spcAft>
                <a:spcPts val="0"/>
              </a:spcAft>
              <a:buSzPts val="1500"/>
              <a:buChar char="■"/>
              <a:defRPr sz="1500"/>
            </a:lvl9pPr>
          </a:lstStyle>
          <a:p/>
        </p:txBody>
      </p:sp>
      <p:sp>
        <p:nvSpPr>
          <p:cNvPr id="31" name="Google Shape;31;p7"/>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392200" y="920307"/>
            <a:ext cx="5094300" cy="8363100"/>
          </a:xfrm>
          <a:prstGeom prst="rect">
            <a:avLst/>
          </a:prstGeom>
        </p:spPr>
        <p:txBody>
          <a:bodyPr anchorCtr="0" anchor="ctr" bIns="113425" lIns="113425" spcFirstLastPara="1" rIns="113425" wrap="square" tIns="113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34" name="Google Shape;34;p8"/>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657600" y="-256"/>
            <a:ext cx="3657600" cy="10515600"/>
          </a:xfrm>
          <a:prstGeom prst="rect">
            <a:avLst/>
          </a:prstGeom>
          <a:solidFill>
            <a:schemeClr val="lt2"/>
          </a:solidFill>
          <a:ln>
            <a:noFill/>
          </a:ln>
        </p:spPr>
        <p:txBody>
          <a:bodyPr anchorCtr="0" anchor="ctr" bIns="113425" lIns="113425" spcFirstLastPara="1" rIns="113425" wrap="square" tIns="113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12400" y="2521158"/>
            <a:ext cx="3236100" cy="3030300"/>
          </a:xfrm>
          <a:prstGeom prst="rect">
            <a:avLst/>
          </a:prstGeom>
        </p:spPr>
        <p:txBody>
          <a:bodyPr anchorCtr="0" anchor="b" bIns="113425" lIns="113425" spcFirstLastPara="1" rIns="113425" wrap="square" tIns="113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 name="Google Shape;38;p9"/>
          <p:cNvSpPr txBox="1"/>
          <p:nvPr>
            <p:ph idx="1" type="subTitle"/>
          </p:nvPr>
        </p:nvSpPr>
        <p:spPr>
          <a:xfrm>
            <a:off x="212400" y="5730731"/>
            <a:ext cx="3236100" cy="2525100"/>
          </a:xfrm>
          <a:prstGeom prst="rect">
            <a:avLst/>
          </a:prstGeom>
        </p:spPr>
        <p:txBody>
          <a:bodyPr anchorCtr="0" anchor="t" bIns="113425" lIns="113425" spcFirstLastPara="1" rIns="113425" wrap="square" tIns="113425">
            <a:normAutofit/>
          </a:bodyPr>
          <a:lstStyle>
            <a:lvl1pPr lvl="0" algn="ctr">
              <a:lnSpc>
                <a:spcPct val="100000"/>
              </a:lnSpc>
              <a:spcBef>
                <a:spcPts val="0"/>
              </a:spcBef>
              <a:spcAft>
                <a:spcPts val="0"/>
              </a:spcAft>
              <a:buSzPts val="2600"/>
              <a:buNone/>
              <a:defRPr sz="2600"/>
            </a:lvl1pPr>
            <a:lvl2pPr lvl="1" algn="ctr">
              <a:lnSpc>
                <a:spcPct val="100000"/>
              </a:lnSpc>
              <a:spcBef>
                <a:spcPts val="0"/>
              </a:spcBef>
              <a:spcAft>
                <a:spcPts val="0"/>
              </a:spcAft>
              <a:buSzPts val="2600"/>
              <a:buNone/>
              <a:defRPr sz="2600"/>
            </a:lvl2pPr>
            <a:lvl3pPr lvl="2" algn="ctr">
              <a:lnSpc>
                <a:spcPct val="100000"/>
              </a:lnSpc>
              <a:spcBef>
                <a:spcPts val="0"/>
              </a:spcBef>
              <a:spcAft>
                <a:spcPts val="0"/>
              </a:spcAft>
              <a:buSzPts val="2600"/>
              <a:buNone/>
              <a:defRPr sz="2600"/>
            </a:lvl3pPr>
            <a:lvl4pPr lvl="3" algn="ctr">
              <a:lnSpc>
                <a:spcPct val="100000"/>
              </a:lnSpc>
              <a:spcBef>
                <a:spcPts val="0"/>
              </a:spcBef>
              <a:spcAft>
                <a:spcPts val="0"/>
              </a:spcAft>
              <a:buSzPts val="2600"/>
              <a:buNone/>
              <a:defRPr sz="2600"/>
            </a:lvl4pPr>
            <a:lvl5pPr lvl="4" algn="ctr">
              <a:lnSpc>
                <a:spcPct val="100000"/>
              </a:lnSpc>
              <a:spcBef>
                <a:spcPts val="0"/>
              </a:spcBef>
              <a:spcAft>
                <a:spcPts val="0"/>
              </a:spcAft>
              <a:buSzPts val="2600"/>
              <a:buNone/>
              <a:defRPr sz="2600"/>
            </a:lvl5pPr>
            <a:lvl6pPr lvl="5" algn="ctr">
              <a:lnSpc>
                <a:spcPct val="100000"/>
              </a:lnSpc>
              <a:spcBef>
                <a:spcPts val="0"/>
              </a:spcBef>
              <a:spcAft>
                <a:spcPts val="0"/>
              </a:spcAft>
              <a:buSzPts val="2600"/>
              <a:buNone/>
              <a:defRPr sz="2600"/>
            </a:lvl6pPr>
            <a:lvl7pPr lvl="6" algn="ctr">
              <a:lnSpc>
                <a:spcPct val="100000"/>
              </a:lnSpc>
              <a:spcBef>
                <a:spcPts val="0"/>
              </a:spcBef>
              <a:spcAft>
                <a:spcPts val="0"/>
              </a:spcAft>
              <a:buSzPts val="2600"/>
              <a:buNone/>
              <a:defRPr sz="2600"/>
            </a:lvl7pPr>
            <a:lvl8pPr lvl="7" algn="ctr">
              <a:lnSpc>
                <a:spcPct val="100000"/>
              </a:lnSpc>
              <a:spcBef>
                <a:spcPts val="0"/>
              </a:spcBef>
              <a:spcAft>
                <a:spcPts val="0"/>
              </a:spcAft>
              <a:buSzPts val="2600"/>
              <a:buNone/>
              <a:defRPr sz="2600"/>
            </a:lvl8pPr>
            <a:lvl9pPr lvl="8" algn="ctr">
              <a:lnSpc>
                <a:spcPct val="100000"/>
              </a:lnSpc>
              <a:spcBef>
                <a:spcPts val="0"/>
              </a:spcBef>
              <a:spcAft>
                <a:spcPts val="0"/>
              </a:spcAft>
              <a:buSzPts val="2600"/>
              <a:buNone/>
              <a:defRPr sz="2600"/>
            </a:lvl9pPr>
          </a:lstStyle>
          <a:p/>
        </p:txBody>
      </p:sp>
      <p:sp>
        <p:nvSpPr>
          <p:cNvPr id="39" name="Google Shape;39;p9"/>
          <p:cNvSpPr txBox="1"/>
          <p:nvPr>
            <p:ph idx="2" type="body"/>
          </p:nvPr>
        </p:nvSpPr>
        <p:spPr>
          <a:xfrm>
            <a:off x="3951600" y="1480331"/>
            <a:ext cx="3069600" cy="7554600"/>
          </a:xfrm>
          <a:prstGeom prst="rect">
            <a:avLst/>
          </a:prstGeom>
        </p:spPr>
        <p:txBody>
          <a:bodyPr anchorCtr="0" anchor="ctr" bIns="113425" lIns="113425" spcFirstLastPara="1" rIns="113425" wrap="square" tIns="113425">
            <a:normAutofit/>
          </a:bodyPr>
          <a:lstStyle>
            <a:lvl1pPr indent="-368300" lvl="0" marL="457200">
              <a:spcBef>
                <a:spcPts val="0"/>
              </a:spcBef>
              <a:spcAft>
                <a:spcPts val="0"/>
              </a:spcAft>
              <a:buSzPts val="22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49360" y="8649176"/>
            <a:ext cx="4799100" cy="1237200"/>
          </a:xfrm>
          <a:prstGeom prst="rect">
            <a:avLst/>
          </a:prstGeom>
        </p:spPr>
        <p:txBody>
          <a:bodyPr anchorCtr="0" anchor="ctr" bIns="113425" lIns="113425" spcFirstLastPara="1" rIns="113425" wrap="square" tIns="113425">
            <a:normAutofit/>
          </a:bodyPr>
          <a:lstStyle>
            <a:lvl1pPr indent="-228600" lvl="0" marL="457200">
              <a:lnSpc>
                <a:spcPct val="100000"/>
              </a:lnSpc>
              <a:spcBef>
                <a:spcPts val="0"/>
              </a:spcBef>
              <a:spcAft>
                <a:spcPts val="0"/>
              </a:spcAft>
              <a:buSzPts val="2200"/>
              <a:buNone/>
              <a:defRPr/>
            </a:lvl1pPr>
          </a:lstStyle>
          <a:p/>
        </p:txBody>
      </p:sp>
      <p:sp>
        <p:nvSpPr>
          <p:cNvPr id="43" name="Google Shape;43;p10"/>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49360" y="2261411"/>
            <a:ext cx="6816300" cy="4014000"/>
          </a:xfrm>
          <a:prstGeom prst="rect">
            <a:avLst/>
          </a:prstGeom>
        </p:spPr>
        <p:txBody>
          <a:bodyPr anchorCtr="0" anchor="b" bIns="113425" lIns="113425" spcFirstLastPara="1" rIns="113425" wrap="square" tIns="113425">
            <a:normAutofit/>
          </a:bodyPr>
          <a:lstStyle>
            <a:lvl1pPr lvl="0" algn="ctr">
              <a:spcBef>
                <a:spcPts val="0"/>
              </a:spcBef>
              <a:spcAft>
                <a:spcPts val="0"/>
              </a:spcAft>
              <a:buSzPts val="14900"/>
              <a:buNone/>
              <a:defRPr sz="14900"/>
            </a:lvl1pPr>
            <a:lvl2pPr lvl="1" algn="ctr">
              <a:spcBef>
                <a:spcPts val="0"/>
              </a:spcBef>
              <a:spcAft>
                <a:spcPts val="0"/>
              </a:spcAft>
              <a:buSzPts val="14900"/>
              <a:buNone/>
              <a:defRPr sz="14900"/>
            </a:lvl2pPr>
            <a:lvl3pPr lvl="2" algn="ctr">
              <a:spcBef>
                <a:spcPts val="0"/>
              </a:spcBef>
              <a:spcAft>
                <a:spcPts val="0"/>
              </a:spcAft>
              <a:buSzPts val="14900"/>
              <a:buNone/>
              <a:defRPr sz="14900"/>
            </a:lvl3pPr>
            <a:lvl4pPr lvl="3" algn="ctr">
              <a:spcBef>
                <a:spcPts val="0"/>
              </a:spcBef>
              <a:spcAft>
                <a:spcPts val="0"/>
              </a:spcAft>
              <a:buSzPts val="14900"/>
              <a:buNone/>
              <a:defRPr sz="14900"/>
            </a:lvl4pPr>
            <a:lvl5pPr lvl="4" algn="ctr">
              <a:spcBef>
                <a:spcPts val="0"/>
              </a:spcBef>
              <a:spcAft>
                <a:spcPts val="0"/>
              </a:spcAft>
              <a:buSzPts val="14900"/>
              <a:buNone/>
              <a:defRPr sz="14900"/>
            </a:lvl5pPr>
            <a:lvl6pPr lvl="5" algn="ctr">
              <a:spcBef>
                <a:spcPts val="0"/>
              </a:spcBef>
              <a:spcAft>
                <a:spcPts val="0"/>
              </a:spcAft>
              <a:buSzPts val="14900"/>
              <a:buNone/>
              <a:defRPr sz="14900"/>
            </a:lvl6pPr>
            <a:lvl7pPr lvl="6" algn="ctr">
              <a:spcBef>
                <a:spcPts val="0"/>
              </a:spcBef>
              <a:spcAft>
                <a:spcPts val="0"/>
              </a:spcAft>
              <a:buSzPts val="14900"/>
              <a:buNone/>
              <a:defRPr sz="14900"/>
            </a:lvl7pPr>
            <a:lvl8pPr lvl="7" algn="ctr">
              <a:spcBef>
                <a:spcPts val="0"/>
              </a:spcBef>
              <a:spcAft>
                <a:spcPts val="0"/>
              </a:spcAft>
              <a:buSzPts val="14900"/>
              <a:buNone/>
              <a:defRPr sz="14900"/>
            </a:lvl8pPr>
            <a:lvl9pPr lvl="8" algn="ctr">
              <a:spcBef>
                <a:spcPts val="0"/>
              </a:spcBef>
              <a:spcAft>
                <a:spcPts val="0"/>
              </a:spcAft>
              <a:buSzPts val="14900"/>
              <a:buNone/>
              <a:defRPr sz="14900"/>
            </a:lvl9pPr>
          </a:lstStyle>
          <a:p>
            <a:r>
              <a:t>xx%</a:t>
            </a:r>
          </a:p>
        </p:txBody>
      </p:sp>
      <p:sp>
        <p:nvSpPr>
          <p:cNvPr id="46" name="Google Shape;46;p11"/>
          <p:cNvSpPr txBox="1"/>
          <p:nvPr>
            <p:ph idx="1" type="body"/>
          </p:nvPr>
        </p:nvSpPr>
        <p:spPr>
          <a:xfrm>
            <a:off x="249360" y="6444549"/>
            <a:ext cx="6816300" cy="2659500"/>
          </a:xfrm>
          <a:prstGeom prst="rect">
            <a:avLst/>
          </a:prstGeom>
        </p:spPr>
        <p:txBody>
          <a:bodyPr anchorCtr="0" anchor="t" bIns="113425" lIns="113425" spcFirstLastPara="1" rIns="113425" wrap="square" tIns="113425">
            <a:normAutofit/>
          </a:bodyPr>
          <a:lstStyle>
            <a:lvl1pPr indent="-368300" lvl="0" marL="457200" algn="ctr">
              <a:spcBef>
                <a:spcPts val="0"/>
              </a:spcBef>
              <a:spcAft>
                <a:spcPts val="0"/>
              </a:spcAft>
              <a:buSzPts val="22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6777966" y="9533688"/>
            <a:ext cx="438900" cy="804600"/>
          </a:xfrm>
          <a:prstGeom prst="rect">
            <a:avLst/>
          </a:prstGeom>
        </p:spPr>
        <p:txBody>
          <a:bodyPr anchorCtr="0" anchor="ctr" bIns="113425" lIns="113425" spcFirstLastPara="1" rIns="113425" wrap="square" tIns="113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9360" y="909829"/>
            <a:ext cx="6816300" cy="1170900"/>
          </a:xfrm>
          <a:prstGeom prst="rect">
            <a:avLst/>
          </a:prstGeom>
          <a:noFill/>
          <a:ln>
            <a:noFill/>
          </a:ln>
        </p:spPr>
        <p:txBody>
          <a:bodyPr anchorCtr="0" anchor="t" bIns="113425" lIns="113425" spcFirstLastPara="1" rIns="113425" wrap="square" tIns="113425">
            <a:normAutofit/>
          </a:bodyPr>
          <a:lstStyle>
            <a:lvl1pPr lvl="0">
              <a:spcBef>
                <a:spcPts val="0"/>
              </a:spcBef>
              <a:spcAft>
                <a:spcPts val="0"/>
              </a:spcAft>
              <a:buClr>
                <a:schemeClr val="dk1"/>
              </a:buClr>
              <a:buSzPts val="3500"/>
              <a:buNone/>
              <a:defRPr sz="3500">
                <a:solidFill>
                  <a:schemeClr val="dk1"/>
                </a:solidFill>
              </a:defRPr>
            </a:lvl1pPr>
            <a:lvl2pPr lvl="1">
              <a:spcBef>
                <a:spcPts val="0"/>
              </a:spcBef>
              <a:spcAft>
                <a:spcPts val="0"/>
              </a:spcAft>
              <a:buClr>
                <a:schemeClr val="dk1"/>
              </a:buClr>
              <a:buSzPts val="3500"/>
              <a:buNone/>
              <a:defRPr sz="3500">
                <a:solidFill>
                  <a:schemeClr val="dk1"/>
                </a:solidFill>
              </a:defRPr>
            </a:lvl2pPr>
            <a:lvl3pPr lvl="2">
              <a:spcBef>
                <a:spcPts val="0"/>
              </a:spcBef>
              <a:spcAft>
                <a:spcPts val="0"/>
              </a:spcAft>
              <a:buClr>
                <a:schemeClr val="dk1"/>
              </a:buClr>
              <a:buSzPts val="3500"/>
              <a:buNone/>
              <a:defRPr sz="3500">
                <a:solidFill>
                  <a:schemeClr val="dk1"/>
                </a:solidFill>
              </a:defRPr>
            </a:lvl3pPr>
            <a:lvl4pPr lvl="3">
              <a:spcBef>
                <a:spcPts val="0"/>
              </a:spcBef>
              <a:spcAft>
                <a:spcPts val="0"/>
              </a:spcAft>
              <a:buClr>
                <a:schemeClr val="dk1"/>
              </a:buClr>
              <a:buSzPts val="3500"/>
              <a:buNone/>
              <a:defRPr sz="3500">
                <a:solidFill>
                  <a:schemeClr val="dk1"/>
                </a:solidFill>
              </a:defRPr>
            </a:lvl4pPr>
            <a:lvl5pPr lvl="4">
              <a:spcBef>
                <a:spcPts val="0"/>
              </a:spcBef>
              <a:spcAft>
                <a:spcPts val="0"/>
              </a:spcAft>
              <a:buClr>
                <a:schemeClr val="dk1"/>
              </a:buClr>
              <a:buSzPts val="3500"/>
              <a:buNone/>
              <a:defRPr sz="3500">
                <a:solidFill>
                  <a:schemeClr val="dk1"/>
                </a:solidFill>
              </a:defRPr>
            </a:lvl5pPr>
            <a:lvl6pPr lvl="5">
              <a:spcBef>
                <a:spcPts val="0"/>
              </a:spcBef>
              <a:spcAft>
                <a:spcPts val="0"/>
              </a:spcAft>
              <a:buClr>
                <a:schemeClr val="dk1"/>
              </a:buClr>
              <a:buSzPts val="3500"/>
              <a:buNone/>
              <a:defRPr sz="3500">
                <a:solidFill>
                  <a:schemeClr val="dk1"/>
                </a:solidFill>
              </a:defRPr>
            </a:lvl6pPr>
            <a:lvl7pPr lvl="6">
              <a:spcBef>
                <a:spcPts val="0"/>
              </a:spcBef>
              <a:spcAft>
                <a:spcPts val="0"/>
              </a:spcAft>
              <a:buClr>
                <a:schemeClr val="dk1"/>
              </a:buClr>
              <a:buSzPts val="3500"/>
              <a:buNone/>
              <a:defRPr sz="3500">
                <a:solidFill>
                  <a:schemeClr val="dk1"/>
                </a:solidFill>
              </a:defRPr>
            </a:lvl7pPr>
            <a:lvl8pPr lvl="7">
              <a:spcBef>
                <a:spcPts val="0"/>
              </a:spcBef>
              <a:spcAft>
                <a:spcPts val="0"/>
              </a:spcAft>
              <a:buClr>
                <a:schemeClr val="dk1"/>
              </a:buClr>
              <a:buSzPts val="3500"/>
              <a:buNone/>
              <a:defRPr sz="3500">
                <a:solidFill>
                  <a:schemeClr val="dk1"/>
                </a:solidFill>
              </a:defRPr>
            </a:lvl8pPr>
            <a:lvl9pPr lvl="8">
              <a:spcBef>
                <a:spcPts val="0"/>
              </a:spcBef>
              <a:spcAft>
                <a:spcPts val="0"/>
              </a:spcAft>
              <a:buClr>
                <a:schemeClr val="dk1"/>
              </a:buClr>
              <a:buSzPts val="3500"/>
              <a:buNone/>
              <a:defRPr sz="3500">
                <a:solidFill>
                  <a:schemeClr val="dk1"/>
                </a:solidFill>
              </a:defRPr>
            </a:lvl9pPr>
          </a:lstStyle>
          <a:p/>
        </p:txBody>
      </p:sp>
      <p:sp>
        <p:nvSpPr>
          <p:cNvPr id="7" name="Google Shape;7;p1"/>
          <p:cNvSpPr txBox="1"/>
          <p:nvPr>
            <p:ph idx="1" type="body"/>
          </p:nvPr>
        </p:nvSpPr>
        <p:spPr>
          <a:xfrm>
            <a:off x="249360" y="2356171"/>
            <a:ext cx="6816300" cy="6984600"/>
          </a:xfrm>
          <a:prstGeom prst="rect">
            <a:avLst/>
          </a:prstGeom>
          <a:noFill/>
          <a:ln>
            <a:noFill/>
          </a:ln>
        </p:spPr>
        <p:txBody>
          <a:bodyPr anchorCtr="0" anchor="t" bIns="113425" lIns="113425" spcFirstLastPara="1" rIns="113425" wrap="square" tIns="113425">
            <a:normAutofit/>
          </a:bodyPr>
          <a:lstStyle>
            <a:lvl1pPr indent="-368300" lvl="0" marL="457200">
              <a:lnSpc>
                <a:spcPct val="115000"/>
              </a:lnSpc>
              <a:spcBef>
                <a:spcPts val="0"/>
              </a:spcBef>
              <a:spcAft>
                <a:spcPts val="0"/>
              </a:spcAft>
              <a:buClr>
                <a:schemeClr val="dk2"/>
              </a:buClr>
              <a:buSzPts val="2200"/>
              <a:buChar char="●"/>
              <a:defRPr sz="22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6777966" y="9533688"/>
            <a:ext cx="438900" cy="804600"/>
          </a:xfrm>
          <a:prstGeom prst="rect">
            <a:avLst/>
          </a:prstGeom>
          <a:noFill/>
          <a:ln>
            <a:noFill/>
          </a:ln>
        </p:spPr>
        <p:txBody>
          <a:bodyPr anchorCtr="0" anchor="ctr" bIns="113425" lIns="113425" spcFirstLastPara="1" rIns="113425" wrap="square" tIns="11342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hyperlink" Target="https://cse.engin.umich.edu/wp-content/uploads/sites/3/2025/03/CSE-Climate-Report-2023-2024.pdf"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8141" y="153159"/>
            <a:ext cx="7121100" cy="833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000"/>
              </a:spcBef>
              <a:spcAft>
                <a:spcPts val="0"/>
              </a:spcAft>
              <a:buClr>
                <a:schemeClr val="dk1"/>
              </a:buClr>
              <a:buSzPts val="1100"/>
              <a:buFont typeface="Arial"/>
              <a:buNone/>
            </a:pPr>
            <a:r>
              <a:rPr lang="en" sz="2400">
                <a:solidFill>
                  <a:schemeClr val="dk1"/>
                </a:solidFill>
              </a:rPr>
              <a:t>Lab 10 Worksheet</a:t>
            </a:r>
            <a:br>
              <a:rPr lang="en" sz="2300">
                <a:solidFill>
                  <a:schemeClr val="dk1"/>
                </a:solidFill>
              </a:rPr>
            </a:br>
            <a:r>
              <a:rPr lang="en" sz="1800">
                <a:solidFill>
                  <a:schemeClr val="dk1"/>
                </a:solidFill>
              </a:rPr>
              <a:t>Functors and Recursion </a:t>
            </a:r>
            <a:endParaRPr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a:solidFill>
                  <a:schemeClr val="dk1"/>
                </a:solidFill>
              </a:rPr>
              <a:t>Lab is worth 5 points total</a:t>
            </a:r>
            <a:endParaRPr>
              <a:solidFill>
                <a:schemeClr val="dk1"/>
              </a:solidFill>
            </a:endParaRPr>
          </a:p>
          <a:p>
            <a:pPr indent="-203200" lvl="0" marL="457200" rtl="0" algn="l">
              <a:lnSpc>
                <a:spcPct val="115000"/>
              </a:lnSpc>
              <a:spcBef>
                <a:spcPts val="1000"/>
              </a:spcBef>
              <a:spcAft>
                <a:spcPts val="0"/>
              </a:spcAft>
              <a:buClr>
                <a:schemeClr val="dk1"/>
              </a:buClr>
              <a:buSzPts val="1400"/>
              <a:buAutoNum type="arabicPeriod"/>
            </a:pPr>
            <a:r>
              <a:rPr lang="en">
                <a:solidFill>
                  <a:schemeClr val="dk1"/>
                </a:solidFill>
              </a:rPr>
              <a:t>This worksheet is worth 4 points. When you reach the end of a checkpoint, let your lab instructor know. They will check your work for correctness and give you a point for your work. You must be present for each checkpoint discussion with your lab instructor to earn that point. </a:t>
            </a:r>
            <a:endParaRPr>
              <a:solidFill>
                <a:schemeClr val="dk1"/>
              </a:solidFill>
            </a:endParaRPr>
          </a:p>
          <a:p>
            <a:pPr indent="-203200" lvl="0" marL="457200" rtl="0" algn="l">
              <a:lnSpc>
                <a:spcPct val="115000"/>
              </a:lnSpc>
              <a:spcBef>
                <a:spcPts val="1000"/>
              </a:spcBef>
              <a:spcAft>
                <a:spcPts val="0"/>
              </a:spcAft>
              <a:buClr>
                <a:schemeClr val="dk1"/>
              </a:buClr>
              <a:buSzPts val="1400"/>
              <a:buAutoNum type="arabicPeriod"/>
            </a:pPr>
            <a:r>
              <a:rPr lang="en">
                <a:solidFill>
                  <a:schemeClr val="dk1"/>
                </a:solidFill>
              </a:rPr>
              <a:t>Earning credit for lab requires attending the lab exercises in-person. Staff will take attendance during lab. You must be present within the first 5 minutes of lab to earn the 1 attendance point.</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rPr b="1" lang="en">
                <a:solidFill>
                  <a:schemeClr val="dk1"/>
                </a:solidFill>
              </a:rPr>
              <a:t>Logistics</a:t>
            </a:r>
            <a:br>
              <a:rPr b="1" lang="en">
                <a:solidFill>
                  <a:schemeClr val="dk1"/>
                </a:solidFill>
              </a:rPr>
            </a:br>
            <a:r>
              <a:rPr lang="en">
                <a:solidFill>
                  <a:schemeClr val="dk1"/>
                </a:solidFill>
              </a:rPr>
              <a:t>One group member should create an editable copy of this worksheet to fill out and share the document with all other group members. (</a:t>
            </a:r>
            <a:r>
              <a:rPr i="1" lang="en">
                <a:solidFill>
                  <a:schemeClr val="dk1"/>
                </a:solidFill>
              </a:rPr>
              <a:t>File &gt; Make a Copy</a:t>
            </a:r>
            <a:r>
              <a:rPr lang="en">
                <a:solidFill>
                  <a:schemeClr val="dk1"/>
                </a:solidFill>
              </a:rPr>
              <a:t> in the menu.) Please do not change the formatting of the document or which exercises appear on which slides. We use the placement of questions on each page to assist with grading.</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rPr b="1" lang="en">
                <a:solidFill>
                  <a:schemeClr val="dk1"/>
                </a:solidFill>
              </a:rPr>
              <a:t>Group Members</a:t>
            </a:r>
            <a:br>
              <a:rPr b="1" lang="en">
                <a:solidFill>
                  <a:schemeClr val="dk1"/>
                </a:solidFill>
              </a:rPr>
            </a:br>
            <a:r>
              <a:rPr lang="en">
                <a:solidFill>
                  <a:schemeClr val="dk1"/>
                </a:solidFill>
              </a:rPr>
              <a:t>Add your names to the table below. You are each responsible for participating in the group exercises and for ensuring others are included. You'll also be asked to split up and build on your work here with your second group for the debrief worksheet.</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000"/>
              </a:spcBef>
              <a:spcAft>
                <a:spcPts val="1000"/>
              </a:spcAft>
              <a:buClr>
                <a:schemeClr val="dk1"/>
              </a:buClr>
              <a:buSzPts val="1100"/>
              <a:buFont typeface="Arial"/>
              <a:buNone/>
            </a:pPr>
            <a:r>
              <a:t/>
            </a:r>
            <a:endParaRPr>
              <a:solidFill>
                <a:schemeClr val="dk1"/>
              </a:solidFill>
            </a:endParaRPr>
          </a:p>
        </p:txBody>
      </p:sp>
      <p:graphicFrame>
        <p:nvGraphicFramePr>
          <p:cNvPr id="55" name="Google Shape;55;p13"/>
          <p:cNvGraphicFramePr/>
          <p:nvPr/>
        </p:nvGraphicFramePr>
        <p:xfrm>
          <a:off x="1012965" y="7080223"/>
          <a:ext cx="3000000" cy="3000000"/>
        </p:xfrm>
        <a:graphic>
          <a:graphicData uri="http://schemas.openxmlformats.org/drawingml/2006/table">
            <a:tbl>
              <a:tblPr>
                <a:noFill/>
                <a:tableStyleId>{71D6FBF6-B5CB-4297-A00D-132DCD74399A}</a:tableStyleId>
              </a:tblPr>
              <a:tblGrid>
                <a:gridCol w="5291550"/>
              </a:tblGrid>
              <a:tr h="507650">
                <a:tc>
                  <a:txBody>
                    <a:bodyPr/>
                    <a:lstStyle/>
                    <a:p>
                      <a:pPr indent="0" lvl="0" marL="0" rtl="0" algn="l">
                        <a:spcBef>
                          <a:spcPts val="0"/>
                        </a:spcBef>
                        <a:spcAft>
                          <a:spcPts val="0"/>
                        </a:spcAft>
                        <a:buNone/>
                      </a:pPr>
                      <a:r>
                        <a:t/>
                      </a:r>
                      <a:endParaRPr sz="1500"/>
                    </a:p>
                  </a:txBody>
                  <a:tcPr marT="66375" marB="66375" marR="59775" marL="59775">
                    <a:lnL cap="flat" cmpd="sng" w="12700">
                      <a:solidFill>
                        <a:srgbClr val="000000"/>
                      </a:solidFill>
                      <a:prstDash val="solid"/>
                      <a:round/>
                      <a:headEnd len="sm" w="sm" type="none"/>
                      <a:tailEnd len="sm" w="sm" type="none"/>
                    </a:lnL>
                  </a:tcPr>
                </a:tc>
              </a:tr>
              <a:tr h="507650">
                <a:tc>
                  <a:txBody>
                    <a:bodyPr/>
                    <a:lstStyle/>
                    <a:p>
                      <a:pPr indent="0" lvl="0" marL="0" rtl="0" algn="l">
                        <a:spcBef>
                          <a:spcPts val="0"/>
                        </a:spcBef>
                        <a:spcAft>
                          <a:spcPts val="0"/>
                        </a:spcAft>
                        <a:buNone/>
                      </a:pPr>
                      <a:r>
                        <a:t/>
                      </a:r>
                      <a:endParaRPr sz="1500"/>
                    </a:p>
                  </a:txBody>
                  <a:tcPr marT="66375" marB="66375" marR="59775" marL="59775">
                    <a:lnL cap="flat" cmpd="sng" w="12700">
                      <a:solidFill>
                        <a:srgbClr val="000000"/>
                      </a:solidFill>
                      <a:prstDash val="solid"/>
                      <a:round/>
                      <a:headEnd len="sm" w="sm" type="none"/>
                      <a:tailEnd len="sm" w="sm" type="none"/>
                    </a:lnL>
                  </a:tcPr>
                </a:tc>
              </a:tr>
              <a:tr h="507650">
                <a:tc>
                  <a:txBody>
                    <a:bodyPr/>
                    <a:lstStyle/>
                    <a:p>
                      <a:pPr indent="0" lvl="0" marL="0" rtl="0" algn="l">
                        <a:spcBef>
                          <a:spcPts val="0"/>
                        </a:spcBef>
                        <a:spcAft>
                          <a:spcPts val="0"/>
                        </a:spcAft>
                        <a:buNone/>
                      </a:pPr>
                      <a:r>
                        <a:t/>
                      </a:r>
                      <a:endParaRPr sz="1500"/>
                    </a:p>
                  </a:txBody>
                  <a:tcPr marT="66375" marB="66375" marR="59775" marL="59775">
                    <a:lnL cap="flat" cmpd="sng" w="12700">
                      <a:solidFill>
                        <a:srgbClr val="000000"/>
                      </a:solidFill>
                      <a:prstDash val="solid"/>
                      <a:round/>
                      <a:headEnd len="sm" w="sm" type="none"/>
                      <a:tailEnd len="sm" w="sm" type="none"/>
                    </a:lnL>
                  </a:tcPr>
                </a:tc>
              </a:tr>
              <a:tr h="507650">
                <a:tc>
                  <a:txBody>
                    <a:bodyPr/>
                    <a:lstStyle/>
                    <a:p>
                      <a:pPr indent="0" lvl="0" marL="0" rtl="0" algn="l">
                        <a:spcBef>
                          <a:spcPts val="0"/>
                        </a:spcBef>
                        <a:spcAft>
                          <a:spcPts val="0"/>
                        </a:spcAft>
                        <a:buNone/>
                      </a:pPr>
                      <a:r>
                        <a:t/>
                      </a:r>
                      <a:endParaRPr sz="1500"/>
                    </a:p>
                  </a:txBody>
                  <a:tcPr marT="66375" marB="66375" marR="59775" marL="59775">
                    <a:lnL cap="flat" cmpd="sng" w="12700">
                      <a:solidFill>
                        <a:srgbClr val="000000"/>
                      </a:solidFill>
                      <a:prstDash val="solid"/>
                      <a:round/>
                      <a:headEnd len="sm" w="sm" type="none"/>
                      <a:tailEnd len="sm" w="sm" type="none"/>
                    </a:lnL>
                  </a:tcPr>
                </a:tc>
              </a:tr>
              <a:tr h="507650">
                <a:tc>
                  <a:txBody>
                    <a:bodyPr/>
                    <a:lstStyle/>
                    <a:p>
                      <a:pPr indent="0" lvl="0" marL="0" rtl="0" algn="l">
                        <a:spcBef>
                          <a:spcPts val="0"/>
                        </a:spcBef>
                        <a:spcAft>
                          <a:spcPts val="0"/>
                        </a:spcAft>
                        <a:buNone/>
                      </a:pPr>
                      <a:r>
                        <a:t/>
                      </a:r>
                      <a:endParaRPr sz="1500"/>
                    </a:p>
                  </a:txBody>
                  <a:tcPr marT="66375" marB="66375" marR="59775" marL="59775">
                    <a:lnL cap="flat" cmpd="sng" w="12700">
                      <a:solidFill>
                        <a:srgbClr val="000000"/>
                      </a:solidFill>
                      <a:prstDash val="solid"/>
                      <a:round/>
                      <a:headEnd len="sm" w="sm" type="none"/>
                      <a:tailEnd len="sm" w="sm" type="none"/>
                    </a:ln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216047" y="341968"/>
            <a:ext cx="6802800" cy="47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600"/>
              </a:spcAft>
              <a:buNone/>
            </a:pPr>
            <a:r>
              <a:rPr lang="en" sz="1900">
                <a:solidFill>
                  <a:schemeClr val="dk1"/>
                </a:solidFill>
              </a:rPr>
              <a:t>9.1 Implicit Bias and Impostor Syndrome Breakout Questions </a:t>
            </a:r>
            <a:endParaRPr sz="1900">
              <a:solidFill>
                <a:schemeClr val="dk1"/>
              </a:solidFill>
            </a:endParaRPr>
          </a:p>
        </p:txBody>
      </p:sp>
      <p:graphicFrame>
        <p:nvGraphicFramePr>
          <p:cNvPr id="61" name="Google Shape;61;p14"/>
          <p:cNvGraphicFramePr/>
          <p:nvPr/>
        </p:nvGraphicFramePr>
        <p:xfrm>
          <a:off x="153176" y="6095836"/>
          <a:ext cx="3000000" cy="3000000"/>
        </p:xfrm>
        <a:graphic>
          <a:graphicData uri="http://schemas.openxmlformats.org/drawingml/2006/table">
            <a:tbl>
              <a:tblPr>
                <a:noFill/>
                <a:tableStyleId>{71D6FBF6-B5CB-4297-A00D-132DCD74399A}</a:tableStyleId>
              </a:tblPr>
              <a:tblGrid>
                <a:gridCol w="969675"/>
                <a:gridCol w="3175150"/>
                <a:gridCol w="2864025"/>
              </a:tblGrid>
              <a:tr h="654850">
                <a:tc>
                  <a:txBody>
                    <a:bodyPr/>
                    <a:lstStyle/>
                    <a:p>
                      <a:pPr indent="0" lvl="0" marL="0" rtl="0" algn="l">
                        <a:spcBef>
                          <a:spcPts val="0"/>
                        </a:spcBef>
                        <a:spcAft>
                          <a:spcPts val="0"/>
                        </a:spcAft>
                        <a:buNone/>
                      </a:pPr>
                      <a:r>
                        <a:t/>
                      </a:r>
                      <a:endParaRPr b="1" sz="1400"/>
                    </a:p>
                  </a:txBody>
                  <a:tcPr marT="66375" marB="66375" marR="59775" marL="59775"/>
                </a:tc>
                <a:tc>
                  <a:txBody>
                    <a:bodyPr/>
                    <a:lstStyle/>
                    <a:p>
                      <a:pPr indent="0" lvl="0" marL="0" rtl="0" algn="l">
                        <a:spcBef>
                          <a:spcPts val="0"/>
                        </a:spcBef>
                        <a:spcAft>
                          <a:spcPts val="0"/>
                        </a:spcAft>
                        <a:buNone/>
                      </a:pPr>
                      <a:r>
                        <a:rPr b="1" lang="en" sz="1400"/>
                        <a:t>Negatives :/</a:t>
                      </a:r>
                      <a:endParaRPr b="1" sz="1400"/>
                    </a:p>
                  </a:txBody>
                  <a:tcPr marT="66375" marB="66375" marR="59775" marL="59775"/>
                </a:tc>
                <a:tc>
                  <a:txBody>
                    <a:bodyPr/>
                    <a:lstStyle/>
                    <a:p>
                      <a:pPr indent="0" lvl="0" marL="0" rtl="0" algn="l">
                        <a:spcBef>
                          <a:spcPts val="0"/>
                        </a:spcBef>
                        <a:spcAft>
                          <a:spcPts val="0"/>
                        </a:spcAft>
                        <a:buNone/>
                      </a:pPr>
                      <a:r>
                        <a:rPr b="1" lang="en" sz="1400"/>
                        <a:t>Positives :) </a:t>
                      </a:r>
                      <a:endParaRPr b="1" sz="1400"/>
                    </a:p>
                  </a:txBody>
                  <a:tcPr marT="66375" marB="66375" marR="59775" marL="59775"/>
                </a:tc>
              </a:tr>
              <a:tr h="966725">
                <a:tc>
                  <a:txBody>
                    <a:bodyPr/>
                    <a:lstStyle/>
                    <a:p>
                      <a:pPr indent="0" lvl="0" marL="0" rtl="0" algn="l">
                        <a:spcBef>
                          <a:spcPts val="0"/>
                        </a:spcBef>
                        <a:spcAft>
                          <a:spcPts val="0"/>
                        </a:spcAft>
                        <a:buNone/>
                      </a:pPr>
                      <a:r>
                        <a:rPr b="1" lang="en" sz="1400"/>
                        <a:t>Example</a:t>
                      </a:r>
                      <a:endParaRPr b="1" sz="1400"/>
                    </a:p>
                  </a:txBody>
                  <a:tcPr marT="66375" marB="66375" marR="59775" marL="59775"/>
                </a:tc>
                <a:tc>
                  <a:txBody>
                    <a:bodyPr/>
                    <a:lstStyle/>
                    <a:p>
                      <a:pPr indent="0" lvl="0" marL="0" rtl="0" algn="l">
                        <a:spcBef>
                          <a:spcPts val="0"/>
                        </a:spcBef>
                        <a:spcAft>
                          <a:spcPts val="0"/>
                        </a:spcAft>
                        <a:buNone/>
                      </a:pPr>
                      <a:r>
                        <a:rPr b="1" lang="en" sz="1400"/>
                        <a:t>Coding isn’t for me.</a:t>
                      </a:r>
                      <a:endParaRPr b="1" sz="1400"/>
                    </a:p>
                  </a:txBody>
                  <a:tcPr marT="66375" marB="66375" marR="59775" marL="59775"/>
                </a:tc>
                <a:tc>
                  <a:txBody>
                    <a:bodyPr/>
                    <a:lstStyle/>
                    <a:p>
                      <a:pPr indent="0" lvl="0" marL="0" rtl="0" algn="l">
                        <a:spcBef>
                          <a:spcPts val="0"/>
                        </a:spcBef>
                        <a:spcAft>
                          <a:spcPts val="0"/>
                        </a:spcAft>
                        <a:buNone/>
                      </a:pPr>
                      <a:r>
                        <a:rPr b="1" lang="en" sz="1400"/>
                        <a:t>Coding is a skill that can and must be learned like any other skill, and everyone has to learn it.</a:t>
                      </a:r>
                      <a:endParaRPr b="1" sz="1400"/>
                    </a:p>
                  </a:txBody>
                  <a:tcPr marT="66375" marB="66375" marR="59775" marL="59775"/>
                </a:tc>
              </a:tr>
              <a:tr h="654850">
                <a:tc>
                  <a:txBody>
                    <a:bodyPr/>
                    <a:lstStyle/>
                    <a:p>
                      <a:pPr indent="0" lvl="0" marL="0" rtl="0" algn="l">
                        <a:spcBef>
                          <a:spcPts val="0"/>
                        </a:spcBef>
                        <a:spcAft>
                          <a:spcPts val="0"/>
                        </a:spcAft>
                        <a:buClr>
                          <a:schemeClr val="dk1"/>
                        </a:buClr>
                        <a:buSzPts val="1200"/>
                        <a:buFont typeface="Arial"/>
                        <a:buNone/>
                      </a:pPr>
                      <a:r>
                        <a:rPr lang="en" sz="1400">
                          <a:solidFill>
                            <a:schemeClr val="dk1"/>
                          </a:solidFill>
                        </a:rPr>
                        <a:t>Person </a:t>
                      </a:r>
                      <a:r>
                        <a:rPr lang="en">
                          <a:solidFill>
                            <a:schemeClr val="dk1"/>
                          </a:solidFill>
                        </a:rPr>
                        <a:t>1</a:t>
                      </a:r>
                      <a:endParaRPr b="1" sz="1400"/>
                    </a:p>
                  </a:txBody>
                  <a:tcPr marT="66375" marB="66375" marR="59775" marL="59775"/>
                </a:tc>
                <a:tc>
                  <a:txBody>
                    <a:bodyPr/>
                    <a:lstStyle/>
                    <a:p>
                      <a:pPr indent="0" lvl="0" marL="0" rtl="0" algn="l">
                        <a:spcBef>
                          <a:spcPts val="0"/>
                        </a:spcBef>
                        <a:spcAft>
                          <a:spcPts val="0"/>
                        </a:spcAft>
                        <a:buClr>
                          <a:schemeClr val="dk1"/>
                        </a:buClr>
                        <a:buSzPts val="1200"/>
                        <a:buFont typeface="Arial"/>
                        <a:buNone/>
                      </a:pPr>
                      <a:r>
                        <a:t/>
                      </a:r>
                      <a:endParaRPr b="1"/>
                    </a:p>
                  </a:txBody>
                  <a:tcPr marT="66375" marB="66375" marR="59775" marL="59775"/>
                </a:tc>
                <a:tc>
                  <a:txBody>
                    <a:bodyPr/>
                    <a:lstStyle/>
                    <a:p>
                      <a:pPr indent="0" lvl="0" marL="0" rtl="0" algn="l">
                        <a:spcBef>
                          <a:spcPts val="0"/>
                        </a:spcBef>
                        <a:spcAft>
                          <a:spcPts val="0"/>
                        </a:spcAft>
                        <a:buNone/>
                      </a:pPr>
                      <a:r>
                        <a:t/>
                      </a:r>
                      <a:endParaRPr b="1"/>
                    </a:p>
                  </a:txBody>
                  <a:tcPr marT="66375" marB="66375" marR="59775" marL="59775"/>
                </a:tc>
              </a:tr>
              <a:tr h="654850">
                <a:tc>
                  <a:txBody>
                    <a:bodyPr/>
                    <a:lstStyle/>
                    <a:p>
                      <a:pPr indent="0" lvl="0" marL="0" rtl="0" algn="l">
                        <a:spcBef>
                          <a:spcPts val="0"/>
                        </a:spcBef>
                        <a:spcAft>
                          <a:spcPts val="0"/>
                        </a:spcAft>
                        <a:buClr>
                          <a:schemeClr val="dk1"/>
                        </a:buClr>
                        <a:buSzPts val="1200"/>
                        <a:buFont typeface="Arial"/>
                        <a:buNone/>
                      </a:pPr>
                      <a:r>
                        <a:rPr lang="en" sz="1400">
                          <a:solidFill>
                            <a:schemeClr val="dk1"/>
                          </a:solidFill>
                        </a:rPr>
                        <a:t>Person </a:t>
                      </a:r>
                      <a:r>
                        <a:rPr lang="en">
                          <a:solidFill>
                            <a:schemeClr val="dk1"/>
                          </a:solidFill>
                        </a:rPr>
                        <a:t>2</a:t>
                      </a:r>
                      <a:endParaRPr b="1" sz="1400"/>
                    </a:p>
                  </a:txBody>
                  <a:tcPr marT="66375" marB="66375" marR="59775" marL="59775"/>
                </a:tc>
                <a:tc>
                  <a:txBody>
                    <a:bodyPr/>
                    <a:lstStyle/>
                    <a:p>
                      <a:pPr indent="0" lvl="0" marL="0" rtl="0" algn="l">
                        <a:spcBef>
                          <a:spcPts val="0"/>
                        </a:spcBef>
                        <a:spcAft>
                          <a:spcPts val="0"/>
                        </a:spcAft>
                        <a:buNone/>
                      </a:pPr>
                      <a:r>
                        <a:t/>
                      </a:r>
                      <a:endParaRPr b="1"/>
                    </a:p>
                  </a:txBody>
                  <a:tcPr marT="66375" marB="66375" marR="59775" marL="59775"/>
                </a:tc>
                <a:tc>
                  <a:txBody>
                    <a:bodyPr/>
                    <a:lstStyle/>
                    <a:p>
                      <a:pPr indent="0" lvl="0" marL="0" rtl="0" algn="l">
                        <a:spcBef>
                          <a:spcPts val="0"/>
                        </a:spcBef>
                        <a:spcAft>
                          <a:spcPts val="0"/>
                        </a:spcAft>
                        <a:buNone/>
                      </a:pPr>
                      <a:r>
                        <a:t/>
                      </a:r>
                      <a:endParaRPr b="1"/>
                    </a:p>
                  </a:txBody>
                  <a:tcPr marT="66375" marB="66375" marR="59775" marL="59775"/>
                </a:tc>
              </a:tr>
              <a:tr h="654850">
                <a:tc>
                  <a:txBody>
                    <a:bodyPr/>
                    <a:lstStyle/>
                    <a:p>
                      <a:pPr indent="0" lvl="0" marL="0" rtl="0" algn="l">
                        <a:spcBef>
                          <a:spcPts val="0"/>
                        </a:spcBef>
                        <a:spcAft>
                          <a:spcPts val="0"/>
                        </a:spcAft>
                        <a:buClr>
                          <a:schemeClr val="dk1"/>
                        </a:buClr>
                        <a:buSzPts val="1200"/>
                        <a:buFont typeface="Arial"/>
                        <a:buNone/>
                      </a:pPr>
                      <a:r>
                        <a:rPr lang="en" sz="1400">
                          <a:solidFill>
                            <a:schemeClr val="dk1"/>
                          </a:solidFill>
                        </a:rPr>
                        <a:t>Person </a:t>
                      </a:r>
                      <a:r>
                        <a:rPr lang="en">
                          <a:solidFill>
                            <a:schemeClr val="dk1"/>
                          </a:solidFill>
                        </a:rPr>
                        <a:t>3</a:t>
                      </a:r>
                      <a:endParaRPr b="1" sz="1400"/>
                    </a:p>
                  </a:txBody>
                  <a:tcPr marT="66375" marB="66375" marR="59775" marL="59775"/>
                </a:tc>
                <a:tc>
                  <a:txBody>
                    <a:bodyPr/>
                    <a:lstStyle/>
                    <a:p>
                      <a:pPr indent="0" lvl="0" marL="0" rtl="0" algn="l">
                        <a:spcBef>
                          <a:spcPts val="0"/>
                        </a:spcBef>
                        <a:spcAft>
                          <a:spcPts val="0"/>
                        </a:spcAft>
                        <a:buNone/>
                      </a:pPr>
                      <a:r>
                        <a:t/>
                      </a:r>
                      <a:endParaRPr b="1"/>
                    </a:p>
                  </a:txBody>
                  <a:tcPr marT="66375" marB="66375" marR="59775" marL="59775"/>
                </a:tc>
                <a:tc>
                  <a:txBody>
                    <a:bodyPr/>
                    <a:lstStyle/>
                    <a:p>
                      <a:pPr indent="0" lvl="0" marL="0" rtl="0" algn="l">
                        <a:spcBef>
                          <a:spcPts val="0"/>
                        </a:spcBef>
                        <a:spcAft>
                          <a:spcPts val="0"/>
                        </a:spcAft>
                        <a:buNone/>
                      </a:pPr>
                      <a:r>
                        <a:t/>
                      </a:r>
                      <a:endParaRPr b="1"/>
                    </a:p>
                  </a:txBody>
                  <a:tcPr marT="66375" marB="66375" marR="59775" marL="59775"/>
                </a:tc>
              </a:tr>
              <a:tr h="654850">
                <a:tc>
                  <a:txBody>
                    <a:bodyPr/>
                    <a:lstStyle/>
                    <a:p>
                      <a:pPr indent="0" lvl="0" marL="0" rtl="0" algn="l">
                        <a:spcBef>
                          <a:spcPts val="0"/>
                        </a:spcBef>
                        <a:spcAft>
                          <a:spcPts val="0"/>
                        </a:spcAft>
                        <a:buClr>
                          <a:schemeClr val="dk1"/>
                        </a:buClr>
                        <a:buSzPts val="1200"/>
                        <a:buFont typeface="Arial"/>
                        <a:buNone/>
                      </a:pPr>
                      <a:r>
                        <a:rPr lang="en" sz="1400">
                          <a:solidFill>
                            <a:schemeClr val="dk1"/>
                          </a:solidFill>
                        </a:rPr>
                        <a:t>Person </a:t>
                      </a:r>
                      <a:r>
                        <a:rPr lang="en">
                          <a:solidFill>
                            <a:schemeClr val="dk1"/>
                          </a:solidFill>
                        </a:rPr>
                        <a:t>4</a:t>
                      </a:r>
                      <a:endParaRPr b="1" sz="1400"/>
                    </a:p>
                  </a:txBody>
                  <a:tcPr marT="66375" marB="66375" marR="59775" marL="59775"/>
                </a:tc>
                <a:tc>
                  <a:txBody>
                    <a:bodyPr/>
                    <a:lstStyle/>
                    <a:p>
                      <a:pPr indent="0" lvl="0" marL="0" rtl="0" algn="l">
                        <a:spcBef>
                          <a:spcPts val="0"/>
                        </a:spcBef>
                        <a:spcAft>
                          <a:spcPts val="0"/>
                        </a:spcAft>
                        <a:buNone/>
                      </a:pPr>
                      <a:r>
                        <a:t/>
                      </a:r>
                      <a:endParaRPr b="1"/>
                    </a:p>
                  </a:txBody>
                  <a:tcPr marT="66375" marB="66375" marR="59775" marL="59775"/>
                </a:tc>
                <a:tc>
                  <a:txBody>
                    <a:bodyPr/>
                    <a:lstStyle/>
                    <a:p>
                      <a:pPr indent="0" lvl="0" marL="0" rtl="0" algn="l">
                        <a:spcBef>
                          <a:spcPts val="0"/>
                        </a:spcBef>
                        <a:spcAft>
                          <a:spcPts val="0"/>
                        </a:spcAft>
                        <a:buNone/>
                      </a:pPr>
                      <a:r>
                        <a:t/>
                      </a:r>
                      <a:endParaRPr b="1"/>
                    </a:p>
                  </a:txBody>
                  <a:tcPr marT="66375" marB="66375" marR="59775" marL="59775"/>
                </a:tc>
              </a:tr>
            </a:tbl>
          </a:graphicData>
        </a:graphic>
      </p:graphicFrame>
      <p:sp>
        <p:nvSpPr>
          <p:cNvPr id="62" name="Google Shape;62;p14"/>
          <p:cNvSpPr txBox="1"/>
          <p:nvPr/>
        </p:nvSpPr>
        <p:spPr>
          <a:xfrm>
            <a:off x="153176" y="4377763"/>
            <a:ext cx="6802800" cy="19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900">
                <a:solidFill>
                  <a:schemeClr val="dk1"/>
                </a:solidFill>
              </a:rPr>
              <a:t>Turning Negatives into Positives</a:t>
            </a:r>
            <a:endParaRPr sz="19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300">
                <a:solidFill>
                  <a:schemeClr val="dk1"/>
                </a:solidFill>
              </a:rPr>
              <a:t>Each group member will write down one typical negative thought they have in the table below under “negatives” (ex: I’m not good at school, I don’t try hard enough, Coding isn’t for me., etc). Then as a group discuss how you can change these negatives to positives and write down these alternative statements. See example below. </a:t>
            </a:r>
            <a:endParaRPr sz="1300">
              <a:solidFill>
                <a:schemeClr val="dk1"/>
              </a:solidFill>
            </a:endParaRPr>
          </a:p>
          <a:p>
            <a:pPr indent="0" lvl="0" marL="0" rtl="0" algn="l">
              <a:lnSpc>
                <a:spcPct val="115000"/>
              </a:lnSpc>
              <a:spcBef>
                <a:spcPts val="1000"/>
              </a:spcBef>
              <a:spcAft>
                <a:spcPts val="600"/>
              </a:spcAft>
              <a:buNone/>
            </a:pPr>
            <a:r>
              <a:t/>
            </a:r>
            <a:endParaRPr sz="1900">
              <a:solidFill>
                <a:schemeClr val="dk1"/>
              </a:solidFill>
            </a:endParaRPr>
          </a:p>
        </p:txBody>
      </p:sp>
      <p:graphicFrame>
        <p:nvGraphicFramePr>
          <p:cNvPr id="63" name="Google Shape;63;p14"/>
          <p:cNvGraphicFramePr/>
          <p:nvPr/>
        </p:nvGraphicFramePr>
        <p:xfrm>
          <a:off x="153165" y="1013103"/>
          <a:ext cx="3000000" cy="3000000"/>
        </p:xfrm>
        <a:graphic>
          <a:graphicData uri="http://schemas.openxmlformats.org/drawingml/2006/table">
            <a:tbl>
              <a:tblPr>
                <a:noFill/>
                <a:tableStyleId>{71D6FBF6-B5CB-4297-A00D-132DCD74399A}</a:tableStyleId>
              </a:tblPr>
              <a:tblGrid>
                <a:gridCol w="3746375"/>
                <a:gridCol w="3262500"/>
              </a:tblGrid>
              <a:tr h="510150">
                <a:tc>
                  <a:txBody>
                    <a:bodyPr/>
                    <a:lstStyle/>
                    <a:p>
                      <a:pPr indent="0" lvl="0" marL="0" rtl="0" algn="l">
                        <a:spcBef>
                          <a:spcPts val="0"/>
                        </a:spcBef>
                        <a:spcAft>
                          <a:spcPts val="0"/>
                        </a:spcAft>
                        <a:buNone/>
                      </a:pPr>
                      <a:r>
                        <a:rPr b="1" lang="en" sz="1400"/>
                        <a:t>Question</a:t>
                      </a:r>
                      <a:endParaRPr b="1" sz="1400"/>
                    </a:p>
                  </a:txBody>
                  <a:tcPr marT="66375" marB="66375" marR="59775" marL="59775"/>
                </a:tc>
                <a:tc>
                  <a:txBody>
                    <a:bodyPr/>
                    <a:lstStyle/>
                    <a:p>
                      <a:pPr indent="0" lvl="0" marL="0" rtl="0" algn="l">
                        <a:spcBef>
                          <a:spcPts val="0"/>
                        </a:spcBef>
                        <a:spcAft>
                          <a:spcPts val="0"/>
                        </a:spcAft>
                        <a:buNone/>
                      </a:pPr>
                      <a:r>
                        <a:rPr b="1" lang="en"/>
                        <a:t>Group Answer</a:t>
                      </a:r>
                      <a:endParaRPr b="1" sz="1400"/>
                    </a:p>
                  </a:txBody>
                  <a:tcPr marT="66375" marB="66375" marR="59775" marL="59775"/>
                </a:tc>
              </a:tr>
              <a:tr h="2339300">
                <a:tc>
                  <a:txBody>
                    <a:bodyPr/>
                    <a:lstStyle/>
                    <a:p>
                      <a:pPr indent="0" lvl="0" marL="0" rtl="0" algn="l">
                        <a:spcBef>
                          <a:spcPts val="0"/>
                        </a:spcBef>
                        <a:spcAft>
                          <a:spcPts val="0"/>
                        </a:spcAft>
                        <a:buNone/>
                      </a:pPr>
                      <a:r>
                        <a:rPr lang="en" sz="1400"/>
                        <a:t>Why is learning about implicit bias important for the work we do in tech? </a:t>
                      </a:r>
                      <a:endParaRPr sz="1300">
                        <a:latin typeface="Consolas"/>
                        <a:ea typeface="Consolas"/>
                        <a:cs typeface="Consolas"/>
                        <a:sym typeface="Consolas"/>
                      </a:endParaRPr>
                    </a:p>
                  </a:txBody>
                  <a:tcPr marT="66375" marB="66375" marR="59775" marL="59775"/>
                </a:tc>
                <a:tc>
                  <a:txBody>
                    <a:bodyPr/>
                    <a:lstStyle/>
                    <a:p>
                      <a:pPr indent="0" lvl="0" marL="0" rtl="0" algn="l">
                        <a:spcBef>
                          <a:spcPts val="0"/>
                        </a:spcBef>
                        <a:spcAft>
                          <a:spcPts val="0"/>
                        </a:spcAft>
                        <a:buNone/>
                      </a:pPr>
                      <a:r>
                        <a:t/>
                      </a:r>
                      <a:endParaRPr>
                        <a:solidFill>
                          <a:srgbClr val="FF0000"/>
                        </a:solidFill>
                      </a:endParaRPr>
                    </a:p>
                  </a:txBody>
                  <a:tcPr marT="66375" marB="66375" marR="59775" marL="59775"/>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216047" y="113368"/>
            <a:ext cx="6802800" cy="170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900">
                <a:solidFill>
                  <a:schemeClr val="dk1"/>
                </a:solidFill>
              </a:rPr>
              <a:t>Debrief 9.1 CSE Diversity Report</a:t>
            </a:r>
            <a:endParaRPr sz="19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 sz="1300">
                <a:solidFill>
                  <a:schemeClr val="dk1"/>
                </a:solidFill>
              </a:rPr>
              <a:t>Consider the table below from the 2023-2024 CSE Diversity report and answer the question below. You can reference the entire 2023-2024 CSE Diversity report </a:t>
            </a:r>
            <a:r>
              <a:rPr lang="en" sz="1300" u="sng">
                <a:solidFill>
                  <a:schemeClr val="hlink"/>
                </a:solidFill>
                <a:hlinkClick r:id="rId3"/>
              </a:rPr>
              <a:t>here</a:t>
            </a:r>
            <a:r>
              <a:rPr lang="en" sz="1300">
                <a:solidFill>
                  <a:schemeClr val="dk1"/>
                </a:solidFill>
              </a:rPr>
              <a:t> in your free time. </a:t>
            </a:r>
            <a:endParaRPr sz="1300">
              <a:solidFill>
                <a:schemeClr val="dk1"/>
              </a:solidFill>
            </a:endParaRPr>
          </a:p>
          <a:p>
            <a:pPr indent="0" lvl="0" marL="0" rtl="0" algn="l">
              <a:lnSpc>
                <a:spcPct val="115000"/>
              </a:lnSpc>
              <a:spcBef>
                <a:spcPts val="1000"/>
              </a:spcBef>
              <a:spcAft>
                <a:spcPts val="600"/>
              </a:spcAft>
              <a:buNone/>
            </a:pPr>
            <a:r>
              <a:t/>
            </a:r>
            <a:endParaRPr sz="1900">
              <a:solidFill>
                <a:schemeClr val="dk1"/>
              </a:solidFill>
            </a:endParaRPr>
          </a:p>
        </p:txBody>
      </p:sp>
      <p:graphicFrame>
        <p:nvGraphicFramePr>
          <p:cNvPr id="69" name="Google Shape;69;p15"/>
          <p:cNvGraphicFramePr/>
          <p:nvPr/>
        </p:nvGraphicFramePr>
        <p:xfrm>
          <a:off x="216047" y="7615172"/>
          <a:ext cx="3000000" cy="3000000"/>
        </p:xfrm>
        <a:graphic>
          <a:graphicData uri="http://schemas.openxmlformats.org/drawingml/2006/table">
            <a:tbl>
              <a:tblPr>
                <a:noFill/>
                <a:tableStyleId>{71D6FBF6-B5CB-4297-A00D-132DCD74399A}</a:tableStyleId>
              </a:tblPr>
              <a:tblGrid>
                <a:gridCol w="3718275"/>
                <a:gridCol w="3238050"/>
              </a:tblGrid>
              <a:tr h="610825">
                <a:tc>
                  <a:txBody>
                    <a:bodyPr/>
                    <a:lstStyle/>
                    <a:p>
                      <a:pPr indent="0" lvl="0" marL="0" rtl="0" algn="l">
                        <a:spcBef>
                          <a:spcPts val="0"/>
                        </a:spcBef>
                        <a:spcAft>
                          <a:spcPts val="0"/>
                        </a:spcAft>
                        <a:buNone/>
                      </a:pPr>
                      <a:r>
                        <a:rPr b="1" lang="en" sz="1400"/>
                        <a:t>Question</a:t>
                      </a:r>
                      <a:endParaRPr b="1" sz="1400"/>
                    </a:p>
                  </a:txBody>
                  <a:tcPr marT="66375" marB="66375" marR="59775" marL="59775"/>
                </a:tc>
                <a:tc>
                  <a:txBody>
                    <a:bodyPr/>
                    <a:lstStyle/>
                    <a:p>
                      <a:pPr indent="0" lvl="0" marL="0" rtl="0" algn="l">
                        <a:spcBef>
                          <a:spcPts val="0"/>
                        </a:spcBef>
                        <a:spcAft>
                          <a:spcPts val="0"/>
                        </a:spcAft>
                        <a:buNone/>
                      </a:pPr>
                      <a:r>
                        <a:rPr b="1" lang="en" sz="1400"/>
                        <a:t>Response</a:t>
                      </a:r>
                      <a:endParaRPr b="1" sz="1400"/>
                    </a:p>
                  </a:txBody>
                  <a:tcPr marT="66375" marB="66375" marR="59775" marL="59775"/>
                </a:tc>
              </a:tr>
              <a:tr h="1764775">
                <a:tc>
                  <a:txBody>
                    <a:bodyPr/>
                    <a:lstStyle/>
                    <a:p>
                      <a:pPr indent="0" lvl="0" marL="0" rtl="0" algn="l">
                        <a:spcBef>
                          <a:spcPts val="0"/>
                        </a:spcBef>
                        <a:spcAft>
                          <a:spcPts val="0"/>
                        </a:spcAft>
                        <a:buNone/>
                      </a:pPr>
                      <a:r>
                        <a:rPr lang="en" sz="1500"/>
                        <a:t>What are three key observations or takeaways you can make from the data table, which includes information regarding students taking introductory computer science courses and students in an upper level computer science course (EECS 376)? </a:t>
                      </a:r>
                      <a:endParaRPr sz="1500"/>
                    </a:p>
                  </a:txBody>
                  <a:tcPr marT="66375" marB="66375" marR="59775" marL="59775"/>
                </a:tc>
                <a:tc>
                  <a:txBody>
                    <a:bodyPr/>
                    <a:lstStyle/>
                    <a:p>
                      <a:pPr indent="0" lvl="0" marL="0" rtl="0" algn="l">
                        <a:spcBef>
                          <a:spcPts val="0"/>
                        </a:spcBef>
                        <a:spcAft>
                          <a:spcPts val="0"/>
                        </a:spcAft>
                        <a:buNone/>
                      </a:pPr>
                      <a:r>
                        <a:t/>
                      </a:r>
                      <a:endParaRPr>
                        <a:solidFill>
                          <a:srgbClr val="FF0000"/>
                        </a:solidFill>
                      </a:endParaRPr>
                    </a:p>
                  </a:txBody>
                  <a:tcPr marT="66375" marB="66375" marR="59775" marL="59775"/>
                </a:tc>
              </a:tr>
            </a:tbl>
          </a:graphicData>
        </a:graphic>
      </p:graphicFrame>
      <p:pic>
        <p:nvPicPr>
          <p:cNvPr id="70" name="Google Shape;70;p15"/>
          <p:cNvPicPr preferRelativeResize="0"/>
          <p:nvPr/>
        </p:nvPicPr>
        <p:blipFill>
          <a:blip r:embed="rId4">
            <a:alphaModFix/>
          </a:blip>
          <a:stretch>
            <a:fillRect/>
          </a:stretch>
        </p:blipFill>
        <p:spPr>
          <a:xfrm>
            <a:off x="625365" y="1297658"/>
            <a:ext cx="5984071" cy="58136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230900" y="359059"/>
            <a:ext cx="6819000" cy="969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1"/>
                </a:solidFill>
              </a:rPr>
              <a:t>9.2 SpaceList</a:t>
            </a:r>
            <a:endParaRPr sz="1600">
              <a:solidFill>
                <a:schemeClr val="dk1"/>
              </a:solidFill>
            </a:endParaRPr>
          </a:p>
          <a:p>
            <a:pPr indent="0" lvl="0" marL="0" rtl="0" algn="l">
              <a:lnSpc>
                <a:spcPct val="115000"/>
              </a:lnSpc>
              <a:spcBef>
                <a:spcPts val="1200"/>
              </a:spcBef>
              <a:spcAft>
                <a:spcPts val="0"/>
              </a:spcAft>
              <a:buNone/>
            </a:pPr>
            <a:r>
              <a:rPr lang="en">
                <a:solidFill>
                  <a:schemeClr val="dk1"/>
                </a:solidFill>
              </a:rPr>
              <a:t>In mission-critical operations such as space flight, it is common for computers to store redundant information or perform redundant computations to reduce the chance of error. Consider the following class, </a:t>
            </a:r>
            <a:r>
              <a:rPr lang="en">
                <a:solidFill>
                  <a:schemeClr val="dk1"/>
                </a:solidFill>
                <a:latin typeface="Consolas"/>
                <a:ea typeface="Consolas"/>
                <a:cs typeface="Consolas"/>
                <a:sym typeface="Consolas"/>
              </a:rPr>
              <a:t>SpaceList</a:t>
            </a:r>
            <a:r>
              <a:rPr lang="en">
                <a:solidFill>
                  <a:schemeClr val="dk1"/>
                </a:solidFill>
              </a:rPr>
              <a:t>, which is a singly-linked list that stores 3 copies of each element in separate nodes in case cosmic gamma rays cause parts of the computer memory to become corrupted. You can assume that all </a:t>
            </a:r>
            <a:r>
              <a:rPr lang="en">
                <a:solidFill>
                  <a:schemeClr val="dk1"/>
                </a:solidFill>
                <a:latin typeface="Consolas"/>
                <a:ea typeface="Consolas"/>
                <a:cs typeface="Consolas"/>
                <a:sym typeface="Consolas"/>
              </a:rPr>
              <a:t>SpaceList</a:t>
            </a:r>
            <a:r>
              <a:rPr lang="en">
                <a:solidFill>
                  <a:schemeClr val="dk1"/>
                </a:solidFill>
              </a:rPr>
              <a:t> functions listed below are implemented, except for the functions marked below for you to implement.</a:t>
            </a:r>
            <a:endParaRPr>
              <a:solidFill>
                <a:schemeClr val="dk1"/>
              </a:solidFill>
            </a:endParaRPr>
          </a:p>
          <a:p>
            <a:pPr indent="0" lvl="0" marL="0" rtl="0" algn="l">
              <a:lnSpc>
                <a:spcPct val="115000"/>
              </a:lnSpc>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template &lt;typename T&gt;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class SpaceList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public:</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constructs an empty list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SpaceList() : first(nullptr)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adds an element to the front of the list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void push_front(const T &amp;datum);  </a:t>
            </a:r>
            <a:r>
              <a:rPr b="1" lang="en" sz="1300">
                <a:solidFill>
                  <a:schemeClr val="dk1"/>
                </a:solidFill>
                <a:latin typeface="Consolas"/>
                <a:ea typeface="Consolas"/>
                <a:cs typeface="Consolas"/>
                <a:sym typeface="Consolas"/>
              </a:rPr>
              <a:t>// implement this</a:t>
            </a:r>
            <a:endParaRPr b="1"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REQUIRES: size() != 0</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removes an element from the front of the list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void pop_front();  </a:t>
            </a:r>
            <a:r>
              <a:rPr b="1" lang="en" sz="1300">
                <a:solidFill>
                  <a:schemeClr val="dk1"/>
                </a:solidFill>
                <a:latin typeface="Consolas"/>
                <a:ea typeface="Consolas"/>
                <a:cs typeface="Consolas"/>
                <a:sym typeface="Consolas"/>
              </a:rPr>
              <a:t>// implement this</a:t>
            </a:r>
            <a:endParaRPr b="1"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returns the number of elements in the list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int size() const;  </a:t>
            </a:r>
            <a:r>
              <a:rPr b="1" lang="en" sz="1300">
                <a:solidFill>
                  <a:schemeClr val="dk1"/>
                </a:solidFill>
                <a:latin typeface="Consolas"/>
                <a:ea typeface="Consolas"/>
                <a:cs typeface="Consolas"/>
                <a:sym typeface="Consolas"/>
              </a:rPr>
              <a:t>// implement this</a:t>
            </a:r>
            <a:endParaRPr b="1"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REQUIRES: size() != 0</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returns the first element in the list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Note: Since a SpaceList holds multiple copies of an element, it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doesn't really make sense to allow an element to be changed</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through a reference -- that won't change the other copies.</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So we return by reference-to-const.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const T &amp; front() const { /* assume this is implemented */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assume the big 3 are implemented as necessary</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private:</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struct Node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T datum;</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Node *next;  // singly-linked list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Node *first;  // only keeps track of first; no last pointer</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b="1" lang="en" sz="1300">
                <a:solidFill>
                  <a:schemeClr val="dk1"/>
                </a:solidFill>
                <a:latin typeface="Consolas"/>
                <a:ea typeface="Consolas"/>
                <a:cs typeface="Consolas"/>
                <a:sym typeface="Consolas"/>
              </a:rPr>
              <a:t>  /* continued on the next slide */</a:t>
            </a:r>
            <a:endParaRPr sz="1300">
              <a:solidFill>
                <a:schemeClr val="dk1"/>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nvSpPr>
        <p:spPr>
          <a:xfrm>
            <a:off x="230900" y="359059"/>
            <a:ext cx="6819000" cy="798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1"/>
                </a:solidFill>
                <a:latin typeface="Consolas"/>
                <a:ea typeface="Consolas"/>
                <a:cs typeface="Consolas"/>
                <a:sym typeface="Consolas"/>
              </a:rPr>
              <a:t>  /* continued from previous slide */</a:t>
            </a:r>
            <a:endParaRPr b="1"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public:</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class Iterator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public:</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initialize this to not point at any element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Iterator() : node_ptr(nullptr)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REQUIRES: this iterator is pointing at a valid element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returns the current element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Note: same deal as front() above</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const T &amp; operator*() const;  </a:t>
            </a:r>
            <a:r>
              <a:rPr b="1" lang="en" sz="1300">
                <a:solidFill>
                  <a:schemeClr val="dk1"/>
                </a:solidFill>
                <a:latin typeface="Consolas"/>
                <a:ea typeface="Consolas"/>
                <a:cs typeface="Consolas"/>
                <a:sym typeface="Consolas"/>
              </a:rPr>
              <a:t>// implement this</a:t>
            </a:r>
            <a:endParaRPr b="1"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REQUIRES: this iterator is pointing at a valid list element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moves this iterator to point at the next element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Iterator &amp; operator++();  </a:t>
            </a:r>
            <a:r>
              <a:rPr b="1" lang="en" sz="1300">
                <a:solidFill>
                  <a:schemeClr val="dk1"/>
                </a:solidFill>
                <a:latin typeface="Consolas"/>
                <a:ea typeface="Consolas"/>
                <a:cs typeface="Consolas"/>
                <a:sym typeface="Consolas"/>
              </a:rPr>
              <a:t>// prefix ++; implement this</a:t>
            </a:r>
            <a:endParaRPr b="1"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returns whether this iterator points to the same</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element as rhs</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bool operator==(Iterator rhs) const { /* assume implemented */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bool operator!=(Iterator rhs) const { /* assume implemented */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private:</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friend class SpaceList; // give SpaceList access to the ctor below</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Node *node_ptr;</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constructs an iterator to the given node</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Iterator(Node *node_in) : node_ptr(node_in)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returns an iterator to the first element, or a</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past-the-end iterator if the list is empty</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Iterator begin() const { /* assume this is implemented */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 EFFECTS: returns a past-the-end iterator</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Iterator end() const { /* assume this is implemented */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nvSpPr>
        <p:spPr>
          <a:xfrm>
            <a:off x="233050" y="166925"/>
            <a:ext cx="6849900" cy="263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rPr>
              <a:t>Below is a diagram that illustrates the layout of a </a:t>
            </a:r>
            <a:r>
              <a:rPr lang="en">
                <a:solidFill>
                  <a:schemeClr val="dk1"/>
                </a:solidFill>
                <a:latin typeface="Consolas"/>
                <a:ea typeface="Consolas"/>
                <a:cs typeface="Consolas"/>
                <a:sym typeface="Consolas"/>
              </a:rPr>
              <a:t>SpaceList</a:t>
            </a:r>
            <a:r>
              <a:rPr lang="en">
                <a:solidFill>
                  <a:schemeClr val="dk1"/>
                </a:solidFill>
              </a:rPr>
              <a:t>. This particular </a:t>
            </a:r>
            <a:r>
              <a:rPr lang="en">
                <a:solidFill>
                  <a:schemeClr val="dk1"/>
                </a:solidFill>
                <a:latin typeface="Consolas"/>
                <a:ea typeface="Consolas"/>
                <a:cs typeface="Consolas"/>
                <a:sym typeface="Consolas"/>
              </a:rPr>
              <a:t>SpaceList </a:t>
            </a:r>
            <a:r>
              <a:rPr lang="en">
                <a:solidFill>
                  <a:schemeClr val="dk1"/>
                </a:solidFill>
              </a:rPr>
              <a:t>has been created by executing these lines: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SpaceList&lt;int&gt; list1;</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list1.push_front(3);</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list1.push_front(-1);</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list1.push_front(5);</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2"/>
              </a:solidFill>
            </a:endParaRPr>
          </a:p>
        </p:txBody>
      </p:sp>
      <p:sp>
        <p:nvSpPr>
          <p:cNvPr id="86" name="Google Shape;86;p18"/>
          <p:cNvSpPr txBox="1"/>
          <p:nvPr/>
        </p:nvSpPr>
        <p:spPr>
          <a:xfrm>
            <a:off x="118950" y="8136775"/>
            <a:ext cx="7077300" cy="114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a:solidFill>
                  <a:schemeClr val="dk2"/>
                </a:solidFill>
              </a:rPr>
              <a:t>Note:</a:t>
            </a:r>
            <a:r>
              <a:rPr lang="en">
                <a:solidFill>
                  <a:schemeClr val="dk2"/>
                </a:solidFill>
              </a:rPr>
              <a:t> You may be thinking that if we actually cared about data redundancy, it would be better to keep 3 separate lists so that losing a next pointer doesn’t cause us to lose the rest of the list, and you’d be correct! The point of this format is just to give you some practice with linked lists and iterators :)</a:t>
            </a:r>
            <a:endParaRPr/>
          </a:p>
        </p:txBody>
      </p:sp>
      <p:sp>
        <p:nvSpPr>
          <p:cNvPr id="87" name="Google Shape;87;p18"/>
          <p:cNvSpPr/>
          <p:nvPr/>
        </p:nvSpPr>
        <p:spPr>
          <a:xfrm>
            <a:off x="966651" y="2828994"/>
            <a:ext cx="924600" cy="943800"/>
          </a:xfrm>
          <a:prstGeom prst="rect">
            <a:avLst/>
          </a:prstGeom>
          <a:solidFill>
            <a:schemeClr val="lt2"/>
          </a:solidFill>
          <a:ln cap="flat" cmpd="sng" w="17425">
            <a:solidFill>
              <a:schemeClr val="dk2"/>
            </a:solidFill>
            <a:prstDash val="solid"/>
            <a:round/>
            <a:headEnd len="sm" w="sm" type="none"/>
            <a:tailEnd len="sm" w="sm" type="none"/>
          </a:ln>
        </p:spPr>
        <p:txBody>
          <a:bodyPr anchorCtr="0" anchor="ctr" bIns="166875" lIns="166875" spcFirstLastPara="1" rIns="166875" wrap="square" tIns="166875">
            <a:noAutofit/>
          </a:bodyPr>
          <a:lstStyle/>
          <a:p>
            <a:pPr indent="0" lvl="0" marL="0" rtl="0" algn="ctr">
              <a:spcBef>
                <a:spcPts val="0"/>
              </a:spcBef>
              <a:spcAft>
                <a:spcPts val="0"/>
              </a:spcAft>
              <a:buNone/>
            </a:pPr>
            <a:r>
              <a:rPr lang="en" sz="2555"/>
              <a:t>5</a:t>
            </a:r>
            <a:endParaRPr sz="2555"/>
          </a:p>
        </p:txBody>
      </p:sp>
      <p:sp>
        <p:nvSpPr>
          <p:cNvPr id="88" name="Google Shape;88;p18"/>
          <p:cNvSpPr/>
          <p:nvPr/>
        </p:nvSpPr>
        <p:spPr>
          <a:xfrm>
            <a:off x="2428240" y="2828994"/>
            <a:ext cx="924600" cy="943800"/>
          </a:xfrm>
          <a:prstGeom prst="rect">
            <a:avLst/>
          </a:prstGeom>
          <a:solidFill>
            <a:schemeClr val="lt2"/>
          </a:solidFill>
          <a:ln cap="flat" cmpd="sng" w="17425">
            <a:solidFill>
              <a:schemeClr val="dk2"/>
            </a:solidFill>
            <a:prstDash val="solid"/>
            <a:round/>
            <a:headEnd len="sm" w="sm" type="none"/>
            <a:tailEnd len="sm" w="sm" type="none"/>
          </a:ln>
        </p:spPr>
        <p:txBody>
          <a:bodyPr anchorCtr="0" anchor="ctr" bIns="166875" lIns="166875" spcFirstLastPara="1" rIns="166875" wrap="square" tIns="166875">
            <a:noAutofit/>
          </a:bodyPr>
          <a:lstStyle/>
          <a:p>
            <a:pPr indent="0" lvl="0" marL="0" rtl="0" algn="ctr">
              <a:spcBef>
                <a:spcPts val="0"/>
              </a:spcBef>
              <a:spcAft>
                <a:spcPts val="0"/>
              </a:spcAft>
              <a:buNone/>
            </a:pPr>
            <a:r>
              <a:rPr lang="en" sz="2555"/>
              <a:t>5</a:t>
            </a:r>
            <a:endParaRPr sz="2555"/>
          </a:p>
        </p:txBody>
      </p:sp>
      <p:sp>
        <p:nvSpPr>
          <p:cNvPr id="89" name="Google Shape;89;p18"/>
          <p:cNvSpPr/>
          <p:nvPr/>
        </p:nvSpPr>
        <p:spPr>
          <a:xfrm>
            <a:off x="3889829" y="2828994"/>
            <a:ext cx="924600" cy="943800"/>
          </a:xfrm>
          <a:prstGeom prst="rect">
            <a:avLst/>
          </a:prstGeom>
          <a:solidFill>
            <a:schemeClr val="lt2"/>
          </a:solidFill>
          <a:ln cap="flat" cmpd="sng" w="17425">
            <a:solidFill>
              <a:schemeClr val="dk2"/>
            </a:solidFill>
            <a:prstDash val="solid"/>
            <a:round/>
            <a:headEnd len="sm" w="sm" type="none"/>
            <a:tailEnd len="sm" w="sm" type="none"/>
          </a:ln>
        </p:spPr>
        <p:txBody>
          <a:bodyPr anchorCtr="0" anchor="ctr" bIns="166875" lIns="166875" spcFirstLastPara="1" rIns="166875" wrap="square" tIns="166875">
            <a:noAutofit/>
          </a:bodyPr>
          <a:lstStyle/>
          <a:p>
            <a:pPr indent="0" lvl="0" marL="0" rtl="0" algn="ctr">
              <a:spcBef>
                <a:spcPts val="0"/>
              </a:spcBef>
              <a:spcAft>
                <a:spcPts val="0"/>
              </a:spcAft>
              <a:buNone/>
            </a:pPr>
            <a:r>
              <a:rPr lang="en" sz="2555"/>
              <a:t>5</a:t>
            </a:r>
            <a:endParaRPr sz="2555"/>
          </a:p>
        </p:txBody>
      </p:sp>
      <p:cxnSp>
        <p:nvCxnSpPr>
          <p:cNvPr id="90" name="Google Shape;90;p18"/>
          <p:cNvCxnSpPr>
            <a:stCxn id="87" idx="3"/>
            <a:endCxn id="88" idx="1"/>
          </p:cNvCxnSpPr>
          <p:nvPr/>
        </p:nvCxnSpPr>
        <p:spPr>
          <a:xfrm>
            <a:off x="1891251" y="3300894"/>
            <a:ext cx="537000" cy="0"/>
          </a:xfrm>
          <a:prstGeom prst="straightConnector1">
            <a:avLst/>
          </a:prstGeom>
          <a:noFill/>
          <a:ln cap="flat" cmpd="sng" w="16325">
            <a:solidFill>
              <a:schemeClr val="dk2"/>
            </a:solidFill>
            <a:prstDash val="solid"/>
            <a:round/>
            <a:headEnd len="med" w="med" type="none"/>
            <a:tailEnd len="med" w="med" type="triangle"/>
          </a:ln>
        </p:spPr>
      </p:cxnSp>
      <p:cxnSp>
        <p:nvCxnSpPr>
          <p:cNvPr id="91" name="Google Shape;91;p18"/>
          <p:cNvCxnSpPr>
            <a:stCxn id="88" idx="3"/>
            <a:endCxn id="89" idx="1"/>
          </p:cNvCxnSpPr>
          <p:nvPr/>
        </p:nvCxnSpPr>
        <p:spPr>
          <a:xfrm>
            <a:off x="3352840" y="3300894"/>
            <a:ext cx="537000" cy="0"/>
          </a:xfrm>
          <a:prstGeom prst="straightConnector1">
            <a:avLst/>
          </a:prstGeom>
          <a:noFill/>
          <a:ln cap="flat" cmpd="sng" w="16325">
            <a:solidFill>
              <a:schemeClr val="dk2"/>
            </a:solidFill>
            <a:prstDash val="solid"/>
            <a:round/>
            <a:headEnd len="med" w="med" type="none"/>
            <a:tailEnd len="med" w="med" type="triangle"/>
          </a:ln>
        </p:spPr>
      </p:cxnSp>
      <p:sp>
        <p:nvSpPr>
          <p:cNvPr id="92" name="Google Shape;92;p18"/>
          <p:cNvSpPr/>
          <p:nvPr/>
        </p:nvSpPr>
        <p:spPr>
          <a:xfrm>
            <a:off x="966656" y="4470242"/>
            <a:ext cx="924600" cy="943800"/>
          </a:xfrm>
          <a:prstGeom prst="rect">
            <a:avLst/>
          </a:prstGeom>
          <a:solidFill>
            <a:schemeClr val="lt2"/>
          </a:solidFill>
          <a:ln cap="flat" cmpd="sng" w="17425">
            <a:solidFill>
              <a:schemeClr val="dk2"/>
            </a:solidFill>
            <a:prstDash val="solid"/>
            <a:round/>
            <a:headEnd len="sm" w="sm" type="none"/>
            <a:tailEnd len="sm" w="sm" type="none"/>
          </a:ln>
        </p:spPr>
        <p:txBody>
          <a:bodyPr anchorCtr="0" anchor="ctr" bIns="166875" lIns="166875" spcFirstLastPara="1" rIns="166875" wrap="square" tIns="166875">
            <a:noAutofit/>
          </a:bodyPr>
          <a:lstStyle/>
          <a:p>
            <a:pPr indent="0" lvl="0" marL="0" rtl="0" algn="ctr">
              <a:spcBef>
                <a:spcPts val="0"/>
              </a:spcBef>
              <a:spcAft>
                <a:spcPts val="0"/>
              </a:spcAft>
              <a:buNone/>
            </a:pPr>
            <a:r>
              <a:rPr lang="en" sz="2555"/>
              <a:t>-1</a:t>
            </a:r>
            <a:endParaRPr sz="2555"/>
          </a:p>
        </p:txBody>
      </p:sp>
      <p:sp>
        <p:nvSpPr>
          <p:cNvPr id="93" name="Google Shape;93;p18"/>
          <p:cNvSpPr/>
          <p:nvPr/>
        </p:nvSpPr>
        <p:spPr>
          <a:xfrm>
            <a:off x="2428245" y="4470242"/>
            <a:ext cx="924600" cy="943800"/>
          </a:xfrm>
          <a:prstGeom prst="rect">
            <a:avLst/>
          </a:prstGeom>
          <a:solidFill>
            <a:schemeClr val="lt2"/>
          </a:solidFill>
          <a:ln cap="flat" cmpd="sng" w="17425">
            <a:solidFill>
              <a:schemeClr val="dk2"/>
            </a:solidFill>
            <a:prstDash val="solid"/>
            <a:round/>
            <a:headEnd len="sm" w="sm" type="none"/>
            <a:tailEnd len="sm" w="sm" type="none"/>
          </a:ln>
        </p:spPr>
        <p:txBody>
          <a:bodyPr anchorCtr="0" anchor="ctr" bIns="166875" lIns="166875" spcFirstLastPara="1" rIns="166875" wrap="square" tIns="166875">
            <a:noAutofit/>
          </a:bodyPr>
          <a:lstStyle/>
          <a:p>
            <a:pPr indent="0" lvl="0" marL="0" rtl="0" algn="ctr">
              <a:spcBef>
                <a:spcPts val="0"/>
              </a:spcBef>
              <a:spcAft>
                <a:spcPts val="0"/>
              </a:spcAft>
              <a:buNone/>
            </a:pPr>
            <a:r>
              <a:rPr lang="en" sz="2555"/>
              <a:t>-1</a:t>
            </a:r>
            <a:endParaRPr sz="2555"/>
          </a:p>
        </p:txBody>
      </p:sp>
      <p:sp>
        <p:nvSpPr>
          <p:cNvPr id="94" name="Google Shape;94;p18"/>
          <p:cNvSpPr/>
          <p:nvPr/>
        </p:nvSpPr>
        <p:spPr>
          <a:xfrm>
            <a:off x="3889835" y="4470242"/>
            <a:ext cx="924600" cy="943800"/>
          </a:xfrm>
          <a:prstGeom prst="rect">
            <a:avLst/>
          </a:prstGeom>
          <a:solidFill>
            <a:schemeClr val="lt2"/>
          </a:solidFill>
          <a:ln cap="flat" cmpd="sng" w="17425">
            <a:solidFill>
              <a:schemeClr val="dk2"/>
            </a:solidFill>
            <a:prstDash val="solid"/>
            <a:round/>
            <a:headEnd len="sm" w="sm" type="none"/>
            <a:tailEnd len="sm" w="sm" type="none"/>
          </a:ln>
        </p:spPr>
        <p:txBody>
          <a:bodyPr anchorCtr="0" anchor="ctr" bIns="166875" lIns="166875" spcFirstLastPara="1" rIns="166875" wrap="square" tIns="166875">
            <a:noAutofit/>
          </a:bodyPr>
          <a:lstStyle/>
          <a:p>
            <a:pPr indent="0" lvl="0" marL="0" rtl="0" algn="ctr">
              <a:spcBef>
                <a:spcPts val="0"/>
              </a:spcBef>
              <a:spcAft>
                <a:spcPts val="0"/>
              </a:spcAft>
              <a:buNone/>
            </a:pPr>
            <a:r>
              <a:rPr lang="en" sz="2555"/>
              <a:t>-1</a:t>
            </a:r>
            <a:endParaRPr sz="2555"/>
          </a:p>
        </p:txBody>
      </p:sp>
      <p:cxnSp>
        <p:nvCxnSpPr>
          <p:cNvPr id="95" name="Google Shape;95;p18"/>
          <p:cNvCxnSpPr>
            <a:stCxn id="89" idx="2"/>
            <a:endCxn id="92" idx="0"/>
          </p:cNvCxnSpPr>
          <p:nvPr/>
        </p:nvCxnSpPr>
        <p:spPr>
          <a:xfrm flipH="1">
            <a:off x="1428929" y="3772794"/>
            <a:ext cx="2923200" cy="697500"/>
          </a:xfrm>
          <a:prstGeom prst="straightConnector1">
            <a:avLst/>
          </a:prstGeom>
          <a:noFill/>
          <a:ln cap="flat" cmpd="sng" w="15050">
            <a:solidFill>
              <a:schemeClr val="dk2"/>
            </a:solidFill>
            <a:prstDash val="solid"/>
            <a:round/>
            <a:headEnd len="med" w="med" type="none"/>
            <a:tailEnd len="med" w="med" type="triangle"/>
          </a:ln>
        </p:spPr>
      </p:cxnSp>
      <p:cxnSp>
        <p:nvCxnSpPr>
          <p:cNvPr id="96" name="Google Shape;96;p18"/>
          <p:cNvCxnSpPr>
            <a:stCxn id="92" idx="3"/>
            <a:endCxn id="93" idx="1"/>
          </p:cNvCxnSpPr>
          <p:nvPr/>
        </p:nvCxnSpPr>
        <p:spPr>
          <a:xfrm>
            <a:off x="1891256" y="4942142"/>
            <a:ext cx="537000" cy="0"/>
          </a:xfrm>
          <a:prstGeom prst="straightConnector1">
            <a:avLst/>
          </a:prstGeom>
          <a:noFill/>
          <a:ln cap="flat" cmpd="sng" w="15050">
            <a:solidFill>
              <a:schemeClr val="dk2"/>
            </a:solidFill>
            <a:prstDash val="solid"/>
            <a:round/>
            <a:headEnd len="med" w="med" type="none"/>
            <a:tailEnd len="med" w="med" type="triangle"/>
          </a:ln>
        </p:spPr>
      </p:cxnSp>
      <p:cxnSp>
        <p:nvCxnSpPr>
          <p:cNvPr id="97" name="Google Shape;97;p18"/>
          <p:cNvCxnSpPr>
            <a:stCxn id="93" idx="3"/>
            <a:endCxn id="94" idx="1"/>
          </p:cNvCxnSpPr>
          <p:nvPr/>
        </p:nvCxnSpPr>
        <p:spPr>
          <a:xfrm>
            <a:off x="3352845" y="4942142"/>
            <a:ext cx="537000" cy="0"/>
          </a:xfrm>
          <a:prstGeom prst="straightConnector1">
            <a:avLst/>
          </a:prstGeom>
          <a:noFill/>
          <a:ln cap="flat" cmpd="sng" w="15050">
            <a:solidFill>
              <a:schemeClr val="dk2"/>
            </a:solidFill>
            <a:prstDash val="solid"/>
            <a:round/>
            <a:headEnd len="med" w="med" type="none"/>
            <a:tailEnd len="med" w="med" type="triangle"/>
          </a:ln>
        </p:spPr>
      </p:cxnSp>
      <p:sp>
        <p:nvSpPr>
          <p:cNvPr id="98" name="Google Shape;98;p18"/>
          <p:cNvSpPr/>
          <p:nvPr/>
        </p:nvSpPr>
        <p:spPr>
          <a:xfrm>
            <a:off x="966656" y="6111490"/>
            <a:ext cx="924600" cy="943800"/>
          </a:xfrm>
          <a:prstGeom prst="rect">
            <a:avLst/>
          </a:prstGeom>
          <a:solidFill>
            <a:schemeClr val="lt2"/>
          </a:solidFill>
          <a:ln cap="flat" cmpd="sng" w="17425">
            <a:solidFill>
              <a:schemeClr val="dk2"/>
            </a:solidFill>
            <a:prstDash val="solid"/>
            <a:round/>
            <a:headEnd len="sm" w="sm" type="none"/>
            <a:tailEnd len="sm" w="sm" type="none"/>
          </a:ln>
        </p:spPr>
        <p:txBody>
          <a:bodyPr anchorCtr="0" anchor="ctr" bIns="166875" lIns="166875" spcFirstLastPara="1" rIns="166875" wrap="square" tIns="166875">
            <a:noAutofit/>
          </a:bodyPr>
          <a:lstStyle/>
          <a:p>
            <a:pPr indent="0" lvl="0" marL="0" rtl="0" algn="ctr">
              <a:spcBef>
                <a:spcPts val="0"/>
              </a:spcBef>
              <a:spcAft>
                <a:spcPts val="0"/>
              </a:spcAft>
              <a:buNone/>
            </a:pPr>
            <a:r>
              <a:rPr lang="en" sz="2555"/>
              <a:t>3</a:t>
            </a:r>
            <a:endParaRPr sz="2555"/>
          </a:p>
        </p:txBody>
      </p:sp>
      <p:sp>
        <p:nvSpPr>
          <p:cNvPr id="99" name="Google Shape;99;p18"/>
          <p:cNvSpPr/>
          <p:nvPr/>
        </p:nvSpPr>
        <p:spPr>
          <a:xfrm>
            <a:off x="2428245" y="6111490"/>
            <a:ext cx="924600" cy="943800"/>
          </a:xfrm>
          <a:prstGeom prst="rect">
            <a:avLst/>
          </a:prstGeom>
          <a:solidFill>
            <a:schemeClr val="lt2"/>
          </a:solidFill>
          <a:ln cap="flat" cmpd="sng" w="17425">
            <a:solidFill>
              <a:schemeClr val="dk2"/>
            </a:solidFill>
            <a:prstDash val="solid"/>
            <a:round/>
            <a:headEnd len="sm" w="sm" type="none"/>
            <a:tailEnd len="sm" w="sm" type="none"/>
          </a:ln>
        </p:spPr>
        <p:txBody>
          <a:bodyPr anchorCtr="0" anchor="ctr" bIns="166875" lIns="166875" spcFirstLastPara="1" rIns="166875" wrap="square" tIns="166875">
            <a:noAutofit/>
          </a:bodyPr>
          <a:lstStyle/>
          <a:p>
            <a:pPr indent="0" lvl="0" marL="0" rtl="0" algn="ctr">
              <a:spcBef>
                <a:spcPts val="0"/>
              </a:spcBef>
              <a:spcAft>
                <a:spcPts val="0"/>
              </a:spcAft>
              <a:buNone/>
            </a:pPr>
            <a:r>
              <a:rPr lang="en" sz="2555"/>
              <a:t>3</a:t>
            </a:r>
            <a:endParaRPr sz="2555"/>
          </a:p>
        </p:txBody>
      </p:sp>
      <p:sp>
        <p:nvSpPr>
          <p:cNvPr id="100" name="Google Shape;100;p18"/>
          <p:cNvSpPr/>
          <p:nvPr/>
        </p:nvSpPr>
        <p:spPr>
          <a:xfrm>
            <a:off x="3889835" y="6111490"/>
            <a:ext cx="924600" cy="943800"/>
          </a:xfrm>
          <a:prstGeom prst="rect">
            <a:avLst/>
          </a:prstGeom>
          <a:solidFill>
            <a:schemeClr val="lt2"/>
          </a:solidFill>
          <a:ln cap="flat" cmpd="sng" w="17425">
            <a:solidFill>
              <a:schemeClr val="dk2"/>
            </a:solidFill>
            <a:prstDash val="solid"/>
            <a:round/>
            <a:headEnd len="sm" w="sm" type="none"/>
            <a:tailEnd len="sm" w="sm" type="none"/>
          </a:ln>
        </p:spPr>
        <p:txBody>
          <a:bodyPr anchorCtr="0" anchor="ctr" bIns="166875" lIns="166875" spcFirstLastPara="1" rIns="166875" wrap="square" tIns="166875">
            <a:noAutofit/>
          </a:bodyPr>
          <a:lstStyle/>
          <a:p>
            <a:pPr indent="0" lvl="0" marL="0" rtl="0" algn="ctr">
              <a:spcBef>
                <a:spcPts val="0"/>
              </a:spcBef>
              <a:spcAft>
                <a:spcPts val="0"/>
              </a:spcAft>
              <a:buNone/>
            </a:pPr>
            <a:r>
              <a:rPr lang="en" sz="2555"/>
              <a:t>3</a:t>
            </a:r>
            <a:endParaRPr sz="2555"/>
          </a:p>
        </p:txBody>
      </p:sp>
      <p:cxnSp>
        <p:nvCxnSpPr>
          <p:cNvPr id="101" name="Google Shape;101;p18"/>
          <p:cNvCxnSpPr>
            <a:stCxn id="98" idx="3"/>
            <a:endCxn id="99" idx="1"/>
          </p:cNvCxnSpPr>
          <p:nvPr/>
        </p:nvCxnSpPr>
        <p:spPr>
          <a:xfrm>
            <a:off x="1891256" y="6583390"/>
            <a:ext cx="537000" cy="0"/>
          </a:xfrm>
          <a:prstGeom prst="straightConnector1">
            <a:avLst/>
          </a:prstGeom>
          <a:noFill/>
          <a:ln cap="flat" cmpd="sng" w="15050">
            <a:solidFill>
              <a:schemeClr val="dk2"/>
            </a:solidFill>
            <a:prstDash val="solid"/>
            <a:round/>
            <a:headEnd len="med" w="med" type="none"/>
            <a:tailEnd len="med" w="med" type="triangle"/>
          </a:ln>
        </p:spPr>
      </p:cxnSp>
      <p:cxnSp>
        <p:nvCxnSpPr>
          <p:cNvPr id="102" name="Google Shape;102;p18"/>
          <p:cNvCxnSpPr>
            <a:stCxn id="99" idx="3"/>
            <a:endCxn id="100" idx="1"/>
          </p:cNvCxnSpPr>
          <p:nvPr/>
        </p:nvCxnSpPr>
        <p:spPr>
          <a:xfrm>
            <a:off x="3352845" y="6583390"/>
            <a:ext cx="537000" cy="0"/>
          </a:xfrm>
          <a:prstGeom prst="straightConnector1">
            <a:avLst/>
          </a:prstGeom>
          <a:noFill/>
          <a:ln cap="flat" cmpd="sng" w="15050">
            <a:solidFill>
              <a:schemeClr val="dk2"/>
            </a:solidFill>
            <a:prstDash val="solid"/>
            <a:round/>
            <a:headEnd len="med" w="med" type="none"/>
            <a:tailEnd len="med" w="med" type="triangle"/>
          </a:ln>
        </p:spPr>
      </p:cxnSp>
      <p:cxnSp>
        <p:nvCxnSpPr>
          <p:cNvPr id="103" name="Google Shape;103;p18"/>
          <p:cNvCxnSpPr>
            <a:stCxn id="94" idx="2"/>
            <a:endCxn id="98" idx="0"/>
          </p:cNvCxnSpPr>
          <p:nvPr/>
        </p:nvCxnSpPr>
        <p:spPr>
          <a:xfrm flipH="1">
            <a:off x="1428935" y="5414042"/>
            <a:ext cx="2923200" cy="697500"/>
          </a:xfrm>
          <a:prstGeom prst="straightConnector1">
            <a:avLst/>
          </a:prstGeom>
          <a:noFill/>
          <a:ln cap="flat" cmpd="sng" w="15050">
            <a:solidFill>
              <a:schemeClr val="dk2"/>
            </a:solidFill>
            <a:prstDash val="solid"/>
            <a:round/>
            <a:headEnd len="med" w="med" type="none"/>
            <a:tailEnd len="med" w="med" type="triangle"/>
          </a:ln>
        </p:spPr>
      </p:cxnSp>
      <p:cxnSp>
        <p:nvCxnSpPr>
          <p:cNvPr id="104" name="Google Shape;104;p18"/>
          <p:cNvCxnSpPr>
            <a:stCxn id="100" idx="3"/>
          </p:cNvCxnSpPr>
          <p:nvPr/>
        </p:nvCxnSpPr>
        <p:spPr>
          <a:xfrm>
            <a:off x="4814435" y="6583390"/>
            <a:ext cx="378600" cy="0"/>
          </a:xfrm>
          <a:prstGeom prst="straightConnector1">
            <a:avLst/>
          </a:prstGeom>
          <a:noFill/>
          <a:ln cap="flat" cmpd="sng" w="13000">
            <a:solidFill>
              <a:schemeClr val="dk2"/>
            </a:solidFill>
            <a:prstDash val="solid"/>
            <a:round/>
            <a:headEnd len="med" w="med" type="none"/>
            <a:tailEnd len="med" w="med" type="triangle"/>
          </a:ln>
        </p:spPr>
      </p:cxnSp>
      <p:cxnSp>
        <p:nvCxnSpPr>
          <p:cNvPr id="105" name="Google Shape;105;p18"/>
          <p:cNvCxnSpPr>
            <a:endCxn id="87" idx="0"/>
          </p:cNvCxnSpPr>
          <p:nvPr/>
        </p:nvCxnSpPr>
        <p:spPr>
          <a:xfrm>
            <a:off x="1428951" y="2203494"/>
            <a:ext cx="0" cy="625500"/>
          </a:xfrm>
          <a:prstGeom prst="straightConnector1">
            <a:avLst/>
          </a:prstGeom>
          <a:noFill/>
          <a:ln cap="flat" cmpd="sng" w="8775">
            <a:solidFill>
              <a:schemeClr val="dk2"/>
            </a:solidFill>
            <a:prstDash val="solid"/>
            <a:round/>
            <a:headEnd len="med" w="med" type="none"/>
            <a:tailEnd len="med" w="med" type="triangle"/>
          </a:ln>
        </p:spPr>
      </p:cxnSp>
      <p:sp>
        <p:nvSpPr>
          <p:cNvPr id="106" name="Google Shape;106;p18"/>
          <p:cNvSpPr txBox="1"/>
          <p:nvPr/>
        </p:nvSpPr>
        <p:spPr>
          <a:xfrm>
            <a:off x="1428985" y="2203797"/>
            <a:ext cx="924600" cy="279600"/>
          </a:xfrm>
          <a:prstGeom prst="rect">
            <a:avLst/>
          </a:prstGeom>
          <a:noFill/>
          <a:ln>
            <a:noFill/>
          </a:ln>
        </p:spPr>
        <p:txBody>
          <a:bodyPr anchorCtr="0" anchor="t" bIns="84175" lIns="84175" spcFirstLastPara="1" rIns="84175" wrap="square" tIns="84175">
            <a:noAutofit/>
          </a:bodyPr>
          <a:lstStyle/>
          <a:p>
            <a:pPr indent="0" lvl="0" marL="0" rtl="0" algn="l">
              <a:spcBef>
                <a:spcPts val="0"/>
              </a:spcBef>
              <a:spcAft>
                <a:spcPts val="0"/>
              </a:spcAft>
              <a:buNone/>
            </a:pPr>
            <a:r>
              <a:rPr lang="en" sz="2026">
                <a:solidFill>
                  <a:schemeClr val="dk2"/>
                </a:solidFill>
              </a:rPr>
              <a:t>first</a:t>
            </a:r>
            <a:endParaRPr sz="2026">
              <a:solidFill>
                <a:schemeClr val="dk2"/>
              </a:solidFill>
            </a:endParaRPr>
          </a:p>
        </p:txBody>
      </p:sp>
      <p:sp>
        <p:nvSpPr>
          <p:cNvPr id="107" name="Google Shape;107;p18"/>
          <p:cNvSpPr txBox="1"/>
          <p:nvPr/>
        </p:nvSpPr>
        <p:spPr>
          <a:xfrm>
            <a:off x="5193552" y="6342445"/>
            <a:ext cx="1072800" cy="481800"/>
          </a:xfrm>
          <a:prstGeom prst="rect">
            <a:avLst/>
          </a:prstGeom>
          <a:noFill/>
          <a:ln>
            <a:noFill/>
          </a:ln>
        </p:spPr>
        <p:txBody>
          <a:bodyPr anchorCtr="0" anchor="t" bIns="84175" lIns="84175" spcFirstLastPara="1" rIns="84175" wrap="square" tIns="84175">
            <a:spAutoFit/>
          </a:bodyPr>
          <a:lstStyle/>
          <a:p>
            <a:pPr indent="0" lvl="0" marL="0" rtl="0" algn="l">
              <a:spcBef>
                <a:spcPts val="0"/>
              </a:spcBef>
              <a:spcAft>
                <a:spcPts val="0"/>
              </a:spcAft>
              <a:buNone/>
            </a:pPr>
            <a:r>
              <a:rPr lang="en" sz="2026">
                <a:solidFill>
                  <a:schemeClr val="dk2"/>
                </a:solidFill>
              </a:rPr>
              <a:t>nullptr</a:t>
            </a:r>
            <a:endParaRPr sz="2026">
              <a:solidFill>
                <a:schemeClr val="dk2"/>
              </a:solidFill>
            </a:endParaRPr>
          </a:p>
        </p:txBody>
      </p:sp>
      <p:sp>
        <p:nvSpPr>
          <p:cNvPr id="108" name="Google Shape;108;p18"/>
          <p:cNvSpPr/>
          <p:nvPr/>
        </p:nvSpPr>
        <p:spPr>
          <a:xfrm>
            <a:off x="516800" y="1936200"/>
            <a:ext cx="6209100" cy="58602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nvSpPr>
        <p:spPr>
          <a:xfrm>
            <a:off x="230900" y="54259"/>
            <a:ext cx="6819000" cy="192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Implement </a:t>
            </a:r>
            <a:r>
              <a:rPr lang="en" sz="1300">
                <a:solidFill>
                  <a:schemeClr val="dk1"/>
                </a:solidFill>
                <a:latin typeface="Consolas"/>
                <a:ea typeface="Consolas"/>
                <a:cs typeface="Consolas"/>
                <a:sym typeface="Consolas"/>
              </a:rPr>
              <a:t>push_front()</a:t>
            </a:r>
            <a:r>
              <a:rPr lang="en" sz="1300">
                <a:solidFill>
                  <a:schemeClr val="dk1"/>
                </a:solidFill>
              </a:rPr>
              <a:t>, </a:t>
            </a:r>
            <a:r>
              <a:rPr lang="en" sz="1300">
                <a:solidFill>
                  <a:schemeClr val="dk1"/>
                </a:solidFill>
                <a:latin typeface="Consolas"/>
                <a:ea typeface="Consolas"/>
                <a:cs typeface="Consolas"/>
                <a:sym typeface="Consolas"/>
              </a:rPr>
              <a:t>pop_front()</a:t>
            </a:r>
            <a:r>
              <a:rPr lang="en" sz="1300">
                <a:solidFill>
                  <a:schemeClr val="dk1"/>
                </a:solidFill>
              </a:rPr>
              <a:t>, and </a:t>
            </a:r>
            <a:r>
              <a:rPr lang="en" sz="1300">
                <a:solidFill>
                  <a:schemeClr val="dk1"/>
                </a:solidFill>
                <a:latin typeface="Consolas"/>
                <a:ea typeface="Consolas"/>
                <a:cs typeface="Consolas"/>
                <a:sym typeface="Consolas"/>
              </a:rPr>
              <a:t>size()</a:t>
            </a:r>
            <a:r>
              <a:rPr lang="en" sz="1300">
                <a:solidFill>
                  <a:schemeClr val="dk1"/>
                </a:solidFill>
              </a:rPr>
              <a:t>. </a:t>
            </a:r>
            <a:r>
              <a:rPr lang="en" sz="1300">
                <a:solidFill>
                  <a:schemeClr val="dk1"/>
                </a:solidFill>
                <a:latin typeface="Consolas"/>
                <a:ea typeface="Consolas"/>
                <a:cs typeface="Consolas"/>
                <a:sym typeface="Consolas"/>
              </a:rPr>
              <a:t>push_front()</a:t>
            </a:r>
            <a:r>
              <a:rPr lang="en" sz="1300">
                <a:solidFill>
                  <a:schemeClr val="dk1"/>
                </a:solidFill>
              </a:rPr>
              <a:t> should insert three copies of the datum into the list, and </a:t>
            </a:r>
            <a:r>
              <a:rPr lang="en" sz="1300">
                <a:solidFill>
                  <a:schemeClr val="dk1"/>
                </a:solidFill>
                <a:latin typeface="Consolas"/>
                <a:ea typeface="Consolas"/>
                <a:cs typeface="Consolas"/>
                <a:sym typeface="Consolas"/>
              </a:rPr>
              <a:t>pop_front()</a:t>
            </a:r>
            <a:r>
              <a:rPr lang="en" sz="1300">
                <a:solidFill>
                  <a:schemeClr val="dk1"/>
                </a:solidFill>
              </a:rPr>
              <a:t> should remove all three copies of the first element. </a:t>
            </a:r>
            <a:r>
              <a:rPr lang="en" sz="1300">
                <a:solidFill>
                  <a:schemeClr val="dk1"/>
                </a:solidFill>
                <a:latin typeface="Consolas"/>
                <a:ea typeface="Consolas"/>
                <a:cs typeface="Consolas"/>
                <a:sym typeface="Consolas"/>
              </a:rPr>
              <a:t>size()</a:t>
            </a:r>
            <a:r>
              <a:rPr lang="en" sz="1300">
                <a:solidFill>
                  <a:schemeClr val="dk1"/>
                </a:solidFill>
              </a:rPr>
              <a:t> should return the number of elements, not the number of copies:</a:t>
            </a:r>
            <a:endParaRPr sz="13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SpaceList&lt;int&gt; list1;</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assert(list1.size() == 0);</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list1.push_front(5);</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list1.push_front(-1);</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assert(list1.size() == 2);</a:t>
            </a:r>
            <a:endParaRPr sz="1300">
              <a:solidFill>
                <a:schemeClr val="dk1"/>
              </a:solidFill>
              <a:latin typeface="Consolas"/>
              <a:ea typeface="Consolas"/>
              <a:cs typeface="Consolas"/>
              <a:sym typeface="Consolas"/>
            </a:endParaRPr>
          </a:p>
        </p:txBody>
      </p:sp>
      <p:graphicFrame>
        <p:nvGraphicFramePr>
          <p:cNvPr id="114" name="Google Shape;114;p19"/>
          <p:cNvGraphicFramePr/>
          <p:nvPr/>
        </p:nvGraphicFramePr>
        <p:xfrm>
          <a:off x="312450" y="2039950"/>
          <a:ext cx="3000000" cy="3000000"/>
        </p:xfrm>
        <a:graphic>
          <a:graphicData uri="http://schemas.openxmlformats.org/drawingml/2006/table">
            <a:tbl>
              <a:tblPr>
                <a:noFill/>
                <a:tableStyleId>{2FACD55C-CBF2-40AD-9E9F-840FE0A54F9D}</a:tableStyleId>
              </a:tblPr>
              <a:tblGrid>
                <a:gridCol w="6690300"/>
              </a:tblGrid>
              <a:tr h="2645050">
                <a:tc>
                  <a:txBody>
                    <a:bodyPr/>
                    <a:lstStyle/>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 EFFECTS: adds an element to the front of the list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template &lt;typename T&gt;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void SpaceList&lt;T&gt;::push_front(const T &amp;datum)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rgbClr val="FF0000"/>
                          </a:solidFill>
                          <a:latin typeface="Consolas"/>
                          <a:ea typeface="Consolas"/>
                          <a:cs typeface="Consolas"/>
                          <a:sym typeface="Consolas"/>
                        </a:rPr>
                        <a:t>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849750">
                <a:tc>
                  <a:txBody>
                    <a:bodyPr/>
                    <a:lstStyle/>
                    <a:p>
                      <a:pPr indent="0" lvl="0" marL="0" rtl="0" algn="l">
                        <a:spcBef>
                          <a:spcPts val="0"/>
                        </a:spcBef>
                        <a:spcAft>
                          <a:spcPts val="0"/>
                        </a:spcAft>
                        <a:buNone/>
                      </a:pPr>
                      <a:r>
                        <a:rPr lang="en" sz="1300">
                          <a:solidFill>
                            <a:schemeClr val="dk1"/>
                          </a:solidFill>
                          <a:latin typeface="Consolas"/>
                          <a:ea typeface="Consolas"/>
                          <a:cs typeface="Consolas"/>
                          <a:sym typeface="Consolas"/>
                        </a:rPr>
                        <a:t>// REQUIRES: size() != 0</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 EFFECTS: removes an element from the front of the list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template &lt;typename T&gt;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void SpaceList&lt;T&gt;::pop_front()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rgbClr val="FF0000"/>
                          </a:solidFill>
                          <a:latin typeface="Consolas"/>
                          <a:ea typeface="Consolas"/>
                          <a:cs typeface="Consolas"/>
                          <a:sym typeface="Consolas"/>
                        </a:rPr>
                        <a:t>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235725">
                <a:tc>
                  <a:txBody>
                    <a:bodyPr/>
                    <a:lstStyle/>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 EFFECTS: returns the number of elements in the list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template &lt;typename T&gt;</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chemeClr val="dk1"/>
                          </a:solidFill>
                          <a:latin typeface="Consolas"/>
                          <a:ea typeface="Consolas"/>
                          <a:cs typeface="Consolas"/>
                          <a:sym typeface="Consolas"/>
                        </a:rPr>
                        <a:t>int SpaceList&lt;T&gt;::size() const {</a:t>
                      </a:r>
                      <a:endParaRPr sz="1300">
                        <a:solidFill>
                          <a:schemeClr val="dk1"/>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300">
                          <a:solidFill>
                            <a:srgbClr val="FF0000"/>
                          </a:solidFill>
                          <a:latin typeface="Consolas"/>
                          <a:ea typeface="Consolas"/>
                          <a:cs typeface="Consolas"/>
                          <a:sym typeface="Consolas"/>
                        </a:rPr>
                        <a:t>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nvSpPr>
        <p:spPr>
          <a:xfrm>
            <a:off x="230900" y="1121059"/>
            <a:ext cx="68190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rPr>
              <a:t>Implement </a:t>
            </a:r>
            <a:r>
              <a:rPr lang="en" sz="1300">
                <a:solidFill>
                  <a:schemeClr val="dk1"/>
                </a:solidFill>
                <a:latin typeface="Consolas"/>
                <a:ea typeface="Consolas"/>
                <a:cs typeface="Consolas"/>
                <a:sym typeface="Consolas"/>
              </a:rPr>
              <a:t>Iterator::operator++()</a:t>
            </a:r>
            <a:r>
              <a:rPr lang="en" sz="1300">
                <a:solidFill>
                  <a:schemeClr val="dk1"/>
                </a:solidFill>
              </a:rPr>
              <a:t>, which moves the iterator forward one element (skipping over the duplicate copies), and </a:t>
            </a:r>
            <a:r>
              <a:rPr lang="en" sz="1300">
                <a:solidFill>
                  <a:schemeClr val="dk1"/>
                </a:solidFill>
                <a:latin typeface="Consolas"/>
                <a:ea typeface="Consolas"/>
                <a:cs typeface="Consolas"/>
                <a:sym typeface="Consolas"/>
              </a:rPr>
              <a:t>Iterator::operator*()</a:t>
            </a:r>
            <a:r>
              <a:rPr lang="en" sz="1300">
                <a:solidFill>
                  <a:schemeClr val="dk1"/>
                </a:solidFill>
              </a:rPr>
              <a:t>, which returns the current element by reference (to const).</a:t>
            </a:r>
            <a:endParaRPr sz="13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SpaceList&lt;std::string&gt; list2;</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list2.push_front("space!");</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list2.push_front("in");</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list2.push_front("I'm");</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std::string combined;</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for (auto &amp;item : list2)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combined += item + "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assert(combined == "I'm in space! ");</a:t>
            </a:r>
            <a:endParaRPr sz="1300">
              <a:solidFill>
                <a:schemeClr val="dk1"/>
              </a:solidFill>
              <a:latin typeface="Consolas"/>
              <a:ea typeface="Consolas"/>
              <a:cs typeface="Consolas"/>
              <a:sym typeface="Consolas"/>
            </a:endParaRPr>
          </a:p>
        </p:txBody>
      </p:sp>
      <p:graphicFrame>
        <p:nvGraphicFramePr>
          <p:cNvPr id="120" name="Google Shape;120;p20"/>
          <p:cNvGraphicFramePr/>
          <p:nvPr/>
        </p:nvGraphicFramePr>
        <p:xfrm>
          <a:off x="248100" y="3902150"/>
          <a:ext cx="3000000" cy="3000000"/>
        </p:xfrm>
        <a:graphic>
          <a:graphicData uri="http://schemas.openxmlformats.org/drawingml/2006/table">
            <a:tbl>
              <a:tblPr>
                <a:noFill/>
                <a:tableStyleId>{2FACD55C-CBF2-40AD-9E9F-840FE0A54F9D}</a:tableStyleId>
              </a:tblPr>
              <a:tblGrid>
                <a:gridCol w="6819000"/>
              </a:tblGrid>
              <a:tr h="1643275">
                <a:tc>
                  <a:txBody>
                    <a:bodyPr/>
                    <a:lstStyle/>
                    <a:p>
                      <a:pPr indent="0" lvl="0" marL="0" rtl="0" algn="l">
                        <a:spcBef>
                          <a:spcPts val="0"/>
                        </a:spcBef>
                        <a:spcAft>
                          <a:spcPts val="0"/>
                        </a:spcAft>
                        <a:buNone/>
                      </a:pPr>
                      <a:r>
                        <a:rPr lang="en" sz="1300">
                          <a:solidFill>
                            <a:schemeClr val="dk1"/>
                          </a:solidFill>
                          <a:latin typeface="Consolas"/>
                          <a:ea typeface="Consolas"/>
                          <a:cs typeface="Consolas"/>
                          <a:sym typeface="Consolas"/>
                        </a:rPr>
                        <a:t>// REQUIRES: this iterator is pointing at a valid list element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EFFECTS: moves this iterator to point at the next element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template &lt;typename T&gt;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SpaceList&lt;T&gt;::Iterator &amp; SpaceList&lt;T&gt;::Iterator::operator++()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rgbClr val="FF0000"/>
                          </a:solidFill>
                          <a:latin typeface="Consolas"/>
                          <a:ea typeface="Consolas"/>
                          <a:cs typeface="Consolas"/>
                          <a:sym typeface="Consolas"/>
                        </a:rPr>
                        <a:t>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a:t>
                      </a:r>
                      <a:endParaRPr sz="1300">
                        <a:solidFill>
                          <a:schemeClr val="dk1"/>
                        </a:solidFill>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2533600">
                <a:tc>
                  <a:txBody>
                    <a:bodyPr/>
                    <a:lstStyle/>
                    <a:p>
                      <a:pPr indent="0" lvl="0" marL="0" rtl="0" algn="l">
                        <a:spcBef>
                          <a:spcPts val="0"/>
                        </a:spcBef>
                        <a:spcAft>
                          <a:spcPts val="0"/>
                        </a:spcAft>
                        <a:buNone/>
                      </a:pPr>
                      <a:r>
                        <a:rPr lang="en" sz="1300">
                          <a:solidFill>
                            <a:schemeClr val="dk1"/>
                          </a:solidFill>
                          <a:latin typeface="Consolas"/>
                          <a:ea typeface="Consolas"/>
                          <a:cs typeface="Consolas"/>
                          <a:sym typeface="Consolas"/>
                        </a:rPr>
                        <a:t>// REQUIRES: this iterator is pointing at a valid element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 EFFECTS: returns the current element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template &lt;typename T&gt;</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const T &amp; SpaceList&lt;T&gt;::Iterator::operator*() const {</a:t>
                      </a:r>
                      <a:endParaRPr sz="1300">
                        <a:solidFill>
                          <a:schemeClr val="dk1"/>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t/>
                      </a:r>
                      <a:endParaRPr sz="1300">
                        <a:solidFill>
                          <a:srgbClr val="FF0000"/>
                        </a:solidFill>
                        <a:latin typeface="Consolas"/>
                        <a:ea typeface="Consolas"/>
                        <a:cs typeface="Consolas"/>
                        <a:sym typeface="Consolas"/>
                      </a:endParaRPr>
                    </a:p>
                    <a:p>
                      <a:pPr indent="0" lvl="0" marL="0" rtl="0" algn="l">
                        <a:spcBef>
                          <a:spcPts val="0"/>
                        </a:spcBef>
                        <a:spcAft>
                          <a:spcPts val="0"/>
                        </a:spcAft>
                        <a:buNone/>
                      </a:pPr>
                      <a:r>
                        <a:rPr lang="en" sz="1300">
                          <a:solidFill>
                            <a:schemeClr val="dk1"/>
                          </a:solidFill>
                          <a:latin typeface="Consolas"/>
                          <a:ea typeface="Consolas"/>
                          <a:cs typeface="Consolas"/>
                          <a:sym typeface="Consolas"/>
                        </a:rPr>
                        <a:t>}</a:t>
                      </a:r>
                      <a:endParaRPr sz="1300">
                        <a:solidFill>
                          <a:schemeClr val="dk1"/>
                        </a:solidFill>
                        <a:latin typeface="Consolas"/>
                        <a:ea typeface="Consolas"/>
                        <a:cs typeface="Consolas"/>
                        <a:sym typeface="Consola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21" name="Google Shape;121;p20"/>
          <p:cNvSpPr txBox="1"/>
          <p:nvPr/>
        </p:nvSpPr>
        <p:spPr>
          <a:xfrm>
            <a:off x="131549" y="200975"/>
            <a:ext cx="7052100" cy="677100"/>
          </a:xfrm>
          <a:prstGeom prst="rect">
            <a:avLst/>
          </a:prstGeom>
          <a:solidFill>
            <a:srgbClr val="FFFF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00"/>
                </a:solidFill>
              </a:rPr>
              <a:t>You’ve reached the end of checkpoint </a:t>
            </a:r>
            <a:r>
              <a:rPr lang="en" sz="1600"/>
              <a:t>1</a:t>
            </a:r>
            <a:r>
              <a:rPr lang="en" sz="1600">
                <a:solidFill>
                  <a:srgbClr val="000000"/>
                </a:solidFill>
              </a:rPr>
              <a:t>! Let your instructor know you’re ready to check your work!</a:t>
            </a:r>
            <a:endParaRPr sz="160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nvSpPr>
        <p:spPr>
          <a:xfrm>
            <a:off x="162150" y="148100"/>
            <a:ext cx="6990900" cy="88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a:solidFill>
                  <a:schemeClr val="dk1"/>
                </a:solidFill>
              </a:rPr>
              <a:t>Now that we’ve implemented the </a:t>
            </a:r>
            <a:r>
              <a:rPr lang="en">
                <a:solidFill>
                  <a:schemeClr val="dk1"/>
                </a:solidFill>
                <a:latin typeface="Consolas"/>
                <a:ea typeface="Consolas"/>
                <a:cs typeface="Consolas"/>
                <a:sym typeface="Consolas"/>
              </a:rPr>
              <a:t>SpaceList</a:t>
            </a:r>
            <a:r>
              <a:rPr lang="en">
                <a:solidFill>
                  <a:schemeClr val="dk1"/>
                </a:solidFill>
              </a:rPr>
              <a:t>, let’s write some tests we could use to check our implementations.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chemeClr val="dk1"/>
              </a:solidFill>
              <a:latin typeface="Consolas"/>
              <a:ea typeface="Consolas"/>
              <a:cs typeface="Consolas"/>
              <a:sym typeface="Consolas"/>
            </a:endParaRPr>
          </a:p>
        </p:txBody>
      </p:sp>
      <p:graphicFrame>
        <p:nvGraphicFramePr>
          <p:cNvPr id="127" name="Google Shape;127;p21"/>
          <p:cNvGraphicFramePr/>
          <p:nvPr/>
        </p:nvGraphicFramePr>
        <p:xfrm>
          <a:off x="265271" y="886798"/>
          <a:ext cx="3000000" cy="3000000"/>
        </p:xfrm>
        <a:graphic>
          <a:graphicData uri="http://schemas.openxmlformats.org/drawingml/2006/table">
            <a:tbl>
              <a:tblPr>
                <a:noFill/>
                <a:tableStyleId>{2FACD55C-CBF2-40AD-9E9F-840FE0A54F9D}</a:tableStyleId>
              </a:tblPr>
              <a:tblGrid>
                <a:gridCol w="1461075"/>
                <a:gridCol w="2492400"/>
                <a:gridCol w="2831025"/>
              </a:tblGrid>
              <a:tr h="765900">
                <a:tc>
                  <a:txBody>
                    <a:bodyPr/>
                    <a:lstStyle/>
                    <a:p>
                      <a:pPr indent="0" lvl="0" marL="0" rtl="0" algn="l">
                        <a:spcBef>
                          <a:spcPts val="0"/>
                        </a:spcBef>
                        <a:spcAft>
                          <a:spcPts val="0"/>
                        </a:spcAft>
                        <a:buNone/>
                      </a:pPr>
                      <a:r>
                        <a:rPr lang="en" sz="1500"/>
                        <a:t>Function</a:t>
                      </a:r>
                      <a:endParaRPr sz="1500"/>
                    </a:p>
                  </a:txBody>
                  <a:tcPr marT="95575" marB="95575" marR="86050" marL="86050"/>
                </a:tc>
                <a:tc>
                  <a:txBody>
                    <a:bodyPr/>
                    <a:lstStyle/>
                    <a:p>
                      <a:pPr indent="0" lvl="0" marL="0" rtl="0" algn="l">
                        <a:spcBef>
                          <a:spcPts val="0"/>
                        </a:spcBef>
                        <a:spcAft>
                          <a:spcPts val="0"/>
                        </a:spcAft>
                        <a:buNone/>
                      </a:pPr>
                      <a:r>
                        <a:rPr lang="en" sz="1500"/>
                        <a:t>Test</a:t>
                      </a:r>
                      <a:endParaRPr sz="1500"/>
                    </a:p>
                  </a:txBody>
                  <a:tcPr marT="95575" marB="95575" marR="86050" marL="86050"/>
                </a:tc>
                <a:tc>
                  <a:txBody>
                    <a:bodyPr/>
                    <a:lstStyle/>
                    <a:p>
                      <a:pPr indent="0" lvl="0" marL="0" rtl="0" algn="l">
                        <a:spcBef>
                          <a:spcPts val="0"/>
                        </a:spcBef>
                        <a:spcAft>
                          <a:spcPts val="0"/>
                        </a:spcAft>
                        <a:buNone/>
                      </a:pPr>
                      <a:r>
                        <a:rPr lang="en" sz="1500"/>
                        <a:t>What bugs would this test uncover? What are we testing for?</a:t>
                      </a:r>
                      <a:endParaRPr sz="1500"/>
                    </a:p>
                  </a:txBody>
                  <a:tcPr marT="95575" marB="95575" marR="86050" marL="86050"/>
                </a:tc>
              </a:tr>
              <a:tr h="2560925">
                <a:tc>
                  <a:txBody>
                    <a:bodyPr/>
                    <a:lstStyle/>
                    <a:p>
                      <a:pPr indent="0" lvl="0" marL="0" rtl="0" algn="l">
                        <a:spcBef>
                          <a:spcPts val="0"/>
                        </a:spcBef>
                        <a:spcAft>
                          <a:spcPts val="0"/>
                        </a:spcAft>
                        <a:buNone/>
                      </a:pPr>
                      <a:r>
                        <a:rPr lang="en" sz="1500">
                          <a:latin typeface="Consolas"/>
                          <a:ea typeface="Consolas"/>
                          <a:cs typeface="Consolas"/>
                          <a:sym typeface="Consolas"/>
                        </a:rPr>
                        <a:t>push_front</a:t>
                      </a:r>
                      <a:endParaRPr sz="1500">
                        <a:latin typeface="Consolas"/>
                        <a:ea typeface="Consolas"/>
                        <a:cs typeface="Consolas"/>
                        <a:sym typeface="Consolas"/>
                      </a:endParaRPr>
                    </a:p>
                  </a:txBody>
                  <a:tcPr marT="95575" marB="95575" marR="86050" marL="86050"/>
                </a:tc>
                <a:tc>
                  <a:txBody>
                    <a:bodyPr/>
                    <a:lstStyle/>
                    <a:p>
                      <a:pPr indent="0" lvl="0" marL="0" rtl="0" algn="l">
                        <a:spcBef>
                          <a:spcPts val="0"/>
                        </a:spcBef>
                        <a:spcAft>
                          <a:spcPts val="0"/>
                        </a:spcAft>
                        <a:buNone/>
                      </a:pPr>
                      <a:r>
                        <a:t/>
                      </a:r>
                      <a:endParaRPr sz="1500"/>
                    </a:p>
                  </a:txBody>
                  <a:tcPr marT="95575" marB="95575" marR="86050" marL="86050"/>
                </a:tc>
                <a:tc>
                  <a:txBody>
                    <a:bodyPr/>
                    <a:lstStyle/>
                    <a:p>
                      <a:pPr indent="0" lvl="0" marL="0" rtl="0" algn="l">
                        <a:spcBef>
                          <a:spcPts val="0"/>
                        </a:spcBef>
                        <a:spcAft>
                          <a:spcPts val="0"/>
                        </a:spcAft>
                        <a:buNone/>
                      </a:pPr>
                      <a:r>
                        <a:t/>
                      </a:r>
                      <a:endParaRPr/>
                    </a:p>
                  </a:txBody>
                  <a:tcPr marT="95575" marB="95575" marR="86050" marL="86050"/>
                </a:tc>
              </a:tr>
              <a:tr h="2560925">
                <a:tc>
                  <a:txBody>
                    <a:bodyPr/>
                    <a:lstStyle/>
                    <a:p>
                      <a:pPr indent="0" lvl="0" marL="0" rtl="0" algn="l">
                        <a:spcBef>
                          <a:spcPts val="0"/>
                        </a:spcBef>
                        <a:spcAft>
                          <a:spcPts val="0"/>
                        </a:spcAft>
                        <a:buNone/>
                      </a:pPr>
                      <a:r>
                        <a:rPr lang="en" sz="1500">
                          <a:latin typeface="Consolas"/>
                          <a:ea typeface="Consolas"/>
                          <a:cs typeface="Consolas"/>
                          <a:sym typeface="Consolas"/>
                        </a:rPr>
                        <a:t>pop_front</a:t>
                      </a:r>
                      <a:endParaRPr sz="1500">
                        <a:latin typeface="Consolas"/>
                        <a:ea typeface="Consolas"/>
                        <a:cs typeface="Consolas"/>
                        <a:sym typeface="Consolas"/>
                      </a:endParaRPr>
                    </a:p>
                  </a:txBody>
                  <a:tcPr marT="95575" marB="95575" marR="86050" marL="86050"/>
                </a:tc>
                <a:tc>
                  <a:txBody>
                    <a:bodyPr/>
                    <a:lstStyle/>
                    <a:p>
                      <a:pPr indent="0" lvl="0" marL="0" rtl="0" algn="l">
                        <a:spcBef>
                          <a:spcPts val="0"/>
                        </a:spcBef>
                        <a:spcAft>
                          <a:spcPts val="0"/>
                        </a:spcAft>
                        <a:buNone/>
                      </a:pPr>
                      <a:r>
                        <a:t/>
                      </a:r>
                      <a:endParaRPr/>
                    </a:p>
                  </a:txBody>
                  <a:tcPr marT="95575" marB="95575" marR="86050" marL="86050"/>
                </a:tc>
                <a:tc>
                  <a:txBody>
                    <a:bodyPr/>
                    <a:lstStyle/>
                    <a:p>
                      <a:pPr indent="0" lvl="0" marL="0" rtl="0" algn="l">
                        <a:spcBef>
                          <a:spcPts val="0"/>
                        </a:spcBef>
                        <a:spcAft>
                          <a:spcPts val="0"/>
                        </a:spcAft>
                        <a:buNone/>
                      </a:pPr>
                      <a:r>
                        <a:t/>
                      </a:r>
                      <a:endParaRPr/>
                    </a:p>
                  </a:txBody>
                  <a:tcPr marT="95575" marB="95575" marR="86050" marL="86050"/>
                </a:tc>
              </a:tr>
              <a:tr h="2560925">
                <a:tc>
                  <a:txBody>
                    <a:bodyPr/>
                    <a:lstStyle/>
                    <a:p>
                      <a:pPr indent="0" lvl="0" marL="0" rtl="0" algn="l">
                        <a:spcBef>
                          <a:spcPts val="0"/>
                        </a:spcBef>
                        <a:spcAft>
                          <a:spcPts val="0"/>
                        </a:spcAft>
                        <a:buNone/>
                      </a:pPr>
                      <a:r>
                        <a:rPr lang="en" sz="1500">
                          <a:latin typeface="Consolas"/>
                          <a:ea typeface="Consolas"/>
                          <a:cs typeface="Consolas"/>
                          <a:sym typeface="Consolas"/>
                        </a:rPr>
                        <a:t>operator++</a:t>
                      </a:r>
                      <a:endParaRPr sz="1500">
                        <a:latin typeface="Consolas"/>
                        <a:ea typeface="Consolas"/>
                        <a:cs typeface="Consolas"/>
                        <a:sym typeface="Consolas"/>
                      </a:endParaRPr>
                    </a:p>
                  </a:txBody>
                  <a:tcPr marT="95575" marB="95575" marR="86050" marL="86050"/>
                </a:tc>
                <a:tc>
                  <a:txBody>
                    <a:bodyPr/>
                    <a:lstStyle/>
                    <a:p>
                      <a:pPr indent="0" lvl="0" marL="0" rtl="0" algn="l">
                        <a:spcBef>
                          <a:spcPts val="0"/>
                        </a:spcBef>
                        <a:spcAft>
                          <a:spcPts val="0"/>
                        </a:spcAft>
                        <a:buNone/>
                      </a:pPr>
                      <a:r>
                        <a:t/>
                      </a:r>
                      <a:endParaRPr/>
                    </a:p>
                  </a:txBody>
                  <a:tcPr marT="95575" marB="95575" marR="86050" marL="86050"/>
                </a:tc>
                <a:tc>
                  <a:txBody>
                    <a:bodyPr/>
                    <a:lstStyle/>
                    <a:p>
                      <a:pPr indent="0" lvl="0" marL="0" rtl="0" algn="l">
                        <a:spcBef>
                          <a:spcPts val="0"/>
                        </a:spcBef>
                        <a:spcAft>
                          <a:spcPts val="0"/>
                        </a:spcAft>
                        <a:buNone/>
                      </a:pPr>
                      <a:r>
                        <a:t/>
                      </a:r>
                      <a:endParaRPr/>
                    </a:p>
                  </a:txBody>
                  <a:tcPr marT="95575" marB="95575" marR="86050" marL="86050"/>
                </a:tc>
              </a:tr>
            </a:tbl>
          </a:graphicData>
        </a:graphic>
      </p:graphicFrame>
      <p:sp>
        <p:nvSpPr>
          <p:cNvPr id="128" name="Google Shape;128;p21"/>
          <p:cNvSpPr txBox="1"/>
          <p:nvPr/>
        </p:nvSpPr>
        <p:spPr>
          <a:xfrm>
            <a:off x="131549" y="9694400"/>
            <a:ext cx="7052100" cy="677100"/>
          </a:xfrm>
          <a:prstGeom prst="rect">
            <a:avLst/>
          </a:prstGeom>
          <a:solidFill>
            <a:srgbClr val="FFFF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000000"/>
                </a:solidFill>
              </a:rPr>
              <a:t>You’ve reached the end of checkpoint </a:t>
            </a:r>
            <a:r>
              <a:rPr lang="en" sz="1600"/>
              <a:t>2</a:t>
            </a:r>
            <a:r>
              <a:rPr lang="en" sz="1600">
                <a:solidFill>
                  <a:srgbClr val="000000"/>
                </a:solidFill>
              </a:rPr>
              <a:t>! Let your instructor know you’re ready to check your work!</a:t>
            </a:r>
            <a:endParaRPr sz="16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